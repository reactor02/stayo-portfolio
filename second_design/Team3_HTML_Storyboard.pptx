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36">
          <p15:clr>
            <a:srgbClr val="000000"/>
          </p15:clr>
        </p15:guide>
        <p15:guide id="2" pos="192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36" orient="horz"/>
        <p:guide pos="19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-1041318" y="685800"/>
            <a:ext cx="8941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-1041318" y="685800"/>
            <a:ext cx="8941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c1c234bf9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cc1c234bf9_2_75:notes"/>
          <p:cNvSpPr/>
          <p:nvPr>
            <p:ph idx="2" type="sldImg"/>
          </p:nvPr>
        </p:nvSpPr>
        <p:spPr>
          <a:xfrm>
            <a:off x="990818" y="685800"/>
            <a:ext cx="487704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cc1c234bf9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cc1c234bf9_4_0:notes"/>
          <p:cNvSpPr/>
          <p:nvPr>
            <p:ph idx="2" type="sldImg"/>
          </p:nvPr>
        </p:nvSpPr>
        <p:spPr>
          <a:xfrm>
            <a:off x="990818" y="685800"/>
            <a:ext cx="487704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304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082800" y="2166938"/>
            <a:ext cx="19305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368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indent="0" lvl="0" marL="0" algn="r">
              <a:spcBef>
                <a:spcPts val="0"/>
              </a:spcBef>
              <a:buNone/>
              <a:defRPr sz="669"/>
            </a:lvl1pPr>
            <a:lvl2pPr indent="0" lvl="1" marL="0" algn="r">
              <a:spcBef>
                <a:spcPts val="0"/>
              </a:spcBef>
              <a:buNone/>
              <a:defRPr sz="669"/>
            </a:lvl2pPr>
            <a:lvl3pPr indent="0" lvl="2" marL="0" algn="r">
              <a:spcBef>
                <a:spcPts val="0"/>
              </a:spcBef>
              <a:buNone/>
              <a:defRPr sz="669"/>
            </a:lvl3pPr>
            <a:lvl4pPr indent="0" lvl="3" marL="0" algn="r">
              <a:spcBef>
                <a:spcPts val="0"/>
              </a:spcBef>
              <a:buNone/>
              <a:defRPr sz="669"/>
            </a:lvl4pPr>
            <a:lvl5pPr indent="0" lvl="4" marL="0" algn="r">
              <a:spcBef>
                <a:spcPts val="0"/>
              </a:spcBef>
              <a:buNone/>
              <a:defRPr sz="669"/>
            </a:lvl5pPr>
            <a:lvl6pPr indent="0" lvl="5" marL="0" algn="r">
              <a:spcBef>
                <a:spcPts val="0"/>
              </a:spcBef>
              <a:buNone/>
              <a:defRPr sz="669"/>
            </a:lvl6pPr>
            <a:lvl7pPr indent="0" lvl="6" marL="0" algn="r">
              <a:spcBef>
                <a:spcPts val="0"/>
              </a:spcBef>
              <a:buNone/>
              <a:defRPr sz="669"/>
            </a:lvl7pPr>
            <a:lvl8pPr indent="0" lvl="7" marL="0" algn="r">
              <a:spcBef>
                <a:spcPts val="0"/>
              </a:spcBef>
              <a:buNone/>
              <a:defRPr sz="669"/>
            </a:lvl8pPr>
            <a:lvl9pPr indent="0" lvl="8" marL="0" algn="r">
              <a:spcBef>
                <a:spcPts val="0"/>
              </a:spcBef>
              <a:buNone/>
              <a:defRPr sz="6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457200" y="726281"/>
            <a:ext cx="51816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5"/>
              <a:buNone/>
              <a:defRPr sz="2455"/>
            </a:lvl1pPr>
            <a:lvl2pPr lvl="1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914400" y="1324841"/>
            <a:ext cx="42672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00" lIns="51025" spcFirstLastPara="1" rIns="51025" wrap="square" tIns="25500">
            <a:normAutofit/>
          </a:bodyPr>
          <a:lstStyle>
            <a:lvl1pPr lvl="0" algn="ctr">
              <a:spcBef>
                <a:spcPts val="357"/>
              </a:spcBef>
              <a:spcAft>
                <a:spcPts val="0"/>
              </a:spcAft>
              <a:buClr>
                <a:srgbClr val="888888"/>
              </a:buClr>
              <a:buSzPts val="1786"/>
              <a:buNone/>
              <a:defRPr sz="1785">
                <a:solidFill>
                  <a:srgbClr val="888888"/>
                </a:solidFill>
              </a:defRPr>
            </a:lvl1pPr>
            <a:lvl2pPr lvl="1" algn="ctr">
              <a:spcBef>
                <a:spcPts val="313"/>
              </a:spcBef>
              <a:spcAft>
                <a:spcPts val="0"/>
              </a:spcAft>
              <a:buClr>
                <a:srgbClr val="888888"/>
              </a:buClr>
              <a:buSzPts val="1563"/>
              <a:buNone/>
              <a:defRPr sz="1562">
                <a:solidFill>
                  <a:srgbClr val="888888"/>
                </a:solidFill>
              </a:defRPr>
            </a:lvl2pPr>
            <a:lvl3pPr lvl="2" algn="ctr">
              <a:spcBef>
                <a:spcPts val="268"/>
              </a:spcBef>
              <a:spcAft>
                <a:spcPts val="0"/>
              </a:spcAft>
              <a:buClr>
                <a:srgbClr val="888888"/>
              </a:buClr>
              <a:buSzPts val="1339"/>
              <a:buNone/>
              <a:defRPr sz="1339">
                <a:solidFill>
                  <a:srgbClr val="888888"/>
                </a:solidFill>
              </a:defRPr>
            </a:lvl3pPr>
            <a:lvl4pPr lvl="3" algn="ctr">
              <a:spcBef>
                <a:spcPts val="223"/>
              </a:spcBef>
              <a:spcAft>
                <a:spcPts val="0"/>
              </a:spcAft>
              <a:buClr>
                <a:srgbClr val="888888"/>
              </a:buClr>
              <a:buSzPts val="1116"/>
              <a:buNone/>
              <a:defRPr sz="1116">
                <a:solidFill>
                  <a:srgbClr val="888888"/>
                </a:solidFill>
              </a:defRPr>
            </a:lvl4pPr>
            <a:lvl5pPr lvl="4" algn="ctr">
              <a:spcBef>
                <a:spcPts val="223"/>
              </a:spcBef>
              <a:spcAft>
                <a:spcPts val="0"/>
              </a:spcAft>
              <a:buClr>
                <a:srgbClr val="888888"/>
              </a:buClr>
              <a:buSzPts val="1116"/>
              <a:buNone/>
              <a:defRPr sz="1116">
                <a:solidFill>
                  <a:srgbClr val="888888"/>
                </a:solidFill>
              </a:defRPr>
            </a:lvl5pPr>
            <a:lvl6pPr lvl="5" algn="ctr">
              <a:spcBef>
                <a:spcPts val="223"/>
              </a:spcBef>
              <a:spcAft>
                <a:spcPts val="0"/>
              </a:spcAft>
              <a:buClr>
                <a:srgbClr val="888888"/>
              </a:buClr>
              <a:buSzPts val="1116"/>
              <a:buNone/>
              <a:defRPr sz="1116">
                <a:solidFill>
                  <a:srgbClr val="888888"/>
                </a:solidFill>
              </a:defRPr>
            </a:lvl6pPr>
            <a:lvl7pPr lvl="6" algn="ctr">
              <a:spcBef>
                <a:spcPts val="223"/>
              </a:spcBef>
              <a:spcAft>
                <a:spcPts val="0"/>
              </a:spcAft>
              <a:buClr>
                <a:srgbClr val="888888"/>
              </a:buClr>
              <a:buSzPts val="1116"/>
              <a:buNone/>
              <a:defRPr sz="1116">
                <a:solidFill>
                  <a:srgbClr val="888888"/>
                </a:solidFill>
              </a:defRPr>
            </a:lvl7pPr>
            <a:lvl8pPr lvl="7" algn="ctr">
              <a:spcBef>
                <a:spcPts val="223"/>
              </a:spcBef>
              <a:spcAft>
                <a:spcPts val="0"/>
              </a:spcAft>
              <a:buClr>
                <a:srgbClr val="888888"/>
              </a:buClr>
              <a:buSzPts val="1116"/>
              <a:buNone/>
              <a:defRPr sz="1116">
                <a:solidFill>
                  <a:srgbClr val="888888"/>
                </a:solidFill>
              </a:defRPr>
            </a:lvl8pPr>
            <a:lvl9pPr lvl="8" algn="ctr">
              <a:spcBef>
                <a:spcPts val="223"/>
              </a:spcBef>
              <a:spcAft>
                <a:spcPts val="0"/>
              </a:spcAft>
              <a:buClr>
                <a:srgbClr val="888888"/>
              </a:buClr>
              <a:buSzPts val="1116"/>
              <a:buNone/>
              <a:defRPr sz="1116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304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082800" y="2166938"/>
            <a:ext cx="19305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368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indent="0" lvl="0" marL="0" algn="r">
              <a:spcBef>
                <a:spcPts val="0"/>
              </a:spcBef>
              <a:buNone/>
              <a:defRPr sz="669"/>
            </a:lvl1pPr>
            <a:lvl2pPr indent="0" lvl="1" marL="0" algn="r">
              <a:spcBef>
                <a:spcPts val="0"/>
              </a:spcBef>
              <a:buNone/>
              <a:defRPr sz="669"/>
            </a:lvl2pPr>
            <a:lvl3pPr indent="0" lvl="2" marL="0" algn="r">
              <a:spcBef>
                <a:spcPts val="0"/>
              </a:spcBef>
              <a:buNone/>
              <a:defRPr sz="669"/>
            </a:lvl3pPr>
            <a:lvl4pPr indent="0" lvl="3" marL="0" algn="r">
              <a:spcBef>
                <a:spcPts val="0"/>
              </a:spcBef>
              <a:buNone/>
              <a:defRPr sz="669"/>
            </a:lvl4pPr>
            <a:lvl5pPr indent="0" lvl="4" marL="0" algn="r">
              <a:spcBef>
                <a:spcPts val="0"/>
              </a:spcBef>
              <a:buNone/>
              <a:defRPr sz="669"/>
            </a:lvl5pPr>
            <a:lvl6pPr indent="0" lvl="5" marL="0" algn="r">
              <a:spcBef>
                <a:spcPts val="0"/>
              </a:spcBef>
              <a:buNone/>
              <a:defRPr sz="669"/>
            </a:lvl6pPr>
            <a:lvl7pPr indent="0" lvl="6" marL="0" algn="r">
              <a:spcBef>
                <a:spcPts val="0"/>
              </a:spcBef>
              <a:buNone/>
              <a:defRPr sz="669"/>
            </a:lvl7pPr>
            <a:lvl8pPr indent="0" lvl="7" marL="0" algn="r">
              <a:spcBef>
                <a:spcPts val="0"/>
              </a:spcBef>
              <a:buNone/>
              <a:defRPr sz="669"/>
            </a:lvl8pPr>
            <a:lvl9pPr indent="0" lvl="8" marL="0" algn="r">
              <a:spcBef>
                <a:spcPts val="0"/>
              </a:spcBef>
              <a:buNone/>
              <a:defRPr sz="6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04800" y="93627"/>
            <a:ext cx="54864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5"/>
              <a:buNone/>
              <a:defRPr sz="2455"/>
            </a:lvl1pPr>
            <a:lvl2pPr lvl="1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04800" y="545523"/>
            <a:ext cx="5486400" cy="15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00" lIns="51025" spcFirstLastPara="1" rIns="51025" wrap="square" tIns="25500">
            <a:normAutofit/>
          </a:bodyPr>
          <a:lstStyle>
            <a:lvl1pPr indent="-292388" lvl="0" marL="4572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785"/>
            </a:lvl1pPr>
            <a:lvl2pPr indent="-292388" lvl="1" marL="9144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–"/>
              <a:defRPr sz="1562"/>
            </a:lvl2pPr>
            <a:lvl3pPr indent="-292388" lvl="2" marL="13716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339"/>
            </a:lvl3pPr>
            <a:lvl4pPr indent="-292388" lvl="3" marL="18288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–"/>
              <a:defRPr sz="1116"/>
            </a:lvl4pPr>
            <a:lvl5pPr indent="-292388" lvl="4" marL="22860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»"/>
              <a:defRPr sz="1116"/>
            </a:lvl5pPr>
            <a:lvl6pPr indent="-292388" lvl="5" marL="27432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116"/>
            </a:lvl6pPr>
            <a:lvl7pPr indent="-292388" lvl="6" marL="32004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116"/>
            </a:lvl7pPr>
            <a:lvl8pPr indent="-292388" lvl="7" marL="36576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116"/>
            </a:lvl8pPr>
            <a:lvl9pPr indent="-292388" lvl="8" marL="41148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116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304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082800" y="2166938"/>
            <a:ext cx="19305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368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indent="0" lvl="0" marL="0" algn="r">
              <a:spcBef>
                <a:spcPts val="0"/>
              </a:spcBef>
              <a:buNone/>
              <a:defRPr sz="669"/>
            </a:lvl1pPr>
            <a:lvl2pPr indent="0" lvl="1" marL="0" algn="r">
              <a:spcBef>
                <a:spcPts val="0"/>
              </a:spcBef>
              <a:buNone/>
              <a:defRPr sz="669"/>
            </a:lvl2pPr>
            <a:lvl3pPr indent="0" lvl="2" marL="0" algn="r">
              <a:spcBef>
                <a:spcPts val="0"/>
              </a:spcBef>
              <a:buNone/>
              <a:defRPr sz="669"/>
            </a:lvl3pPr>
            <a:lvl4pPr indent="0" lvl="3" marL="0" algn="r">
              <a:spcBef>
                <a:spcPts val="0"/>
              </a:spcBef>
              <a:buNone/>
              <a:defRPr sz="669"/>
            </a:lvl4pPr>
            <a:lvl5pPr indent="0" lvl="4" marL="0" algn="r">
              <a:spcBef>
                <a:spcPts val="0"/>
              </a:spcBef>
              <a:buNone/>
              <a:defRPr sz="669"/>
            </a:lvl5pPr>
            <a:lvl6pPr indent="0" lvl="5" marL="0" algn="r">
              <a:spcBef>
                <a:spcPts val="0"/>
              </a:spcBef>
              <a:buNone/>
              <a:defRPr sz="669"/>
            </a:lvl6pPr>
            <a:lvl7pPr indent="0" lvl="6" marL="0" algn="r">
              <a:spcBef>
                <a:spcPts val="0"/>
              </a:spcBef>
              <a:buNone/>
              <a:defRPr sz="669"/>
            </a:lvl7pPr>
            <a:lvl8pPr indent="0" lvl="7" marL="0" algn="r">
              <a:spcBef>
                <a:spcPts val="0"/>
              </a:spcBef>
              <a:buNone/>
              <a:defRPr sz="669"/>
            </a:lvl8pPr>
            <a:lvl9pPr indent="0" lvl="8" marL="0" algn="r">
              <a:spcBef>
                <a:spcPts val="0"/>
              </a:spcBef>
              <a:buNone/>
              <a:defRPr sz="6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81542" y="1502352"/>
            <a:ext cx="51816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00" lIns="51025" spcFirstLastPara="1" rIns="51025" wrap="square" tIns="255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32"/>
              <a:buFont typeface="Calibri"/>
              <a:buNone/>
              <a:defRPr b="1" sz="2232" cap="none"/>
            </a:lvl1pPr>
            <a:lvl2pPr lvl="1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81542" y="990925"/>
            <a:ext cx="51816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500" lIns="51025" spcFirstLastPara="1" rIns="51025" wrap="square" tIns="25500">
            <a:normAutofit/>
          </a:bodyPr>
          <a:lstStyle>
            <a:lvl1pPr indent="-228600" lvl="0" marL="457200" algn="l">
              <a:spcBef>
                <a:spcPts val="223"/>
              </a:spcBef>
              <a:spcAft>
                <a:spcPts val="0"/>
              </a:spcAft>
              <a:buClr>
                <a:srgbClr val="888888"/>
              </a:buClr>
              <a:buSzPts val="1116"/>
              <a:buNone/>
              <a:defRPr sz="1116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1"/>
              </a:spcBef>
              <a:spcAft>
                <a:spcPts val="0"/>
              </a:spcAft>
              <a:buClr>
                <a:srgbClr val="888888"/>
              </a:buClr>
              <a:buSzPts val="1005"/>
              <a:buNone/>
              <a:defRPr sz="1004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79"/>
              </a:spcBef>
              <a:spcAft>
                <a:spcPts val="0"/>
              </a:spcAft>
              <a:buClr>
                <a:srgbClr val="888888"/>
              </a:buClr>
              <a:buSzPts val="893"/>
              <a:buNone/>
              <a:defRPr sz="892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56"/>
              </a:spcBef>
              <a:spcAft>
                <a:spcPts val="0"/>
              </a:spcAft>
              <a:buClr>
                <a:srgbClr val="888888"/>
              </a:buClr>
              <a:buSzPts val="781"/>
              <a:buNone/>
              <a:defRPr sz="781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56"/>
              </a:spcBef>
              <a:spcAft>
                <a:spcPts val="0"/>
              </a:spcAft>
              <a:buClr>
                <a:srgbClr val="888888"/>
              </a:buClr>
              <a:buSzPts val="781"/>
              <a:buNone/>
              <a:defRPr sz="781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56"/>
              </a:spcBef>
              <a:spcAft>
                <a:spcPts val="0"/>
              </a:spcAft>
              <a:buClr>
                <a:srgbClr val="888888"/>
              </a:buClr>
              <a:buSzPts val="781"/>
              <a:buNone/>
              <a:defRPr sz="781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56"/>
              </a:spcBef>
              <a:spcAft>
                <a:spcPts val="0"/>
              </a:spcAft>
              <a:buClr>
                <a:srgbClr val="888888"/>
              </a:buClr>
              <a:buSzPts val="781"/>
              <a:buNone/>
              <a:defRPr sz="781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56"/>
              </a:spcBef>
              <a:spcAft>
                <a:spcPts val="0"/>
              </a:spcAft>
              <a:buClr>
                <a:srgbClr val="888888"/>
              </a:buClr>
              <a:buSzPts val="781"/>
              <a:buNone/>
              <a:defRPr sz="781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56"/>
              </a:spcBef>
              <a:spcAft>
                <a:spcPts val="0"/>
              </a:spcAft>
              <a:buClr>
                <a:srgbClr val="888888"/>
              </a:buClr>
              <a:buSzPts val="781"/>
              <a:buNone/>
              <a:defRPr sz="781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304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082800" y="2166938"/>
            <a:ext cx="19305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368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indent="0" lvl="0" marL="0" algn="r">
              <a:spcBef>
                <a:spcPts val="0"/>
              </a:spcBef>
              <a:buNone/>
              <a:defRPr sz="669"/>
            </a:lvl1pPr>
            <a:lvl2pPr indent="0" lvl="1" marL="0" algn="r">
              <a:spcBef>
                <a:spcPts val="0"/>
              </a:spcBef>
              <a:buNone/>
              <a:defRPr sz="669"/>
            </a:lvl2pPr>
            <a:lvl3pPr indent="0" lvl="2" marL="0" algn="r">
              <a:spcBef>
                <a:spcPts val="0"/>
              </a:spcBef>
              <a:buNone/>
              <a:defRPr sz="669"/>
            </a:lvl3pPr>
            <a:lvl4pPr indent="0" lvl="3" marL="0" algn="r">
              <a:spcBef>
                <a:spcPts val="0"/>
              </a:spcBef>
              <a:buNone/>
              <a:defRPr sz="669"/>
            </a:lvl4pPr>
            <a:lvl5pPr indent="0" lvl="4" marL="0" algn="r">
              <a:spcBef>
                <a:spcPts val="0"/>
              </a:spcBef>
              <a:buNone/>
              <a:defRPr sz="669"/>
            </a:lvl5pPr>
            <a:lvl6pPr indent="0" lvl="5" marL="0" algn="r">
              <a:spcBef>
                <a:spcPts val="0"/>
              </a:spcBef>
              <a:buNone/>
              <a:defRPr sz="669"/>
            </a:lvl6pPr>
            <a:lvl7pPr indent="0" lvl="6" marL="0" algn="r">
              <a:spcBef>
                <a:spcPts val="0"/>
              </a:spcBef>
              <a:buNone/>
              <a:defRPr sz="669"/>
            </a:lvl7pPr>
            <a:lvl8pPr indent="0" lvl="7" marL="0" algn="r">
              <a:spcBef>
                <a:spcPts val="0"/>
              </a:spcBef>
              <a:buNone/>
              <a:defRPr sz="669"/>
            </a:lvl8pPr>
            <a:lvl9pPr indent="0" lvl="8" marL="0" algn="r">
              <a:spcBef>
                <a:spcPts val="0"/>
              </a:spcBef>
              <a:buNone/>
              <a:defRPr sz="6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04800" y="93627"/>
            <a:ext cx="54864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5"/>
              <a:buNone/>
              <a:defRPr sz="2455"/>
            </a:lvl1pPr>
            <a:lvl2pPr lvl="1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04800" y="545523"/>
            <a:ext cx="2692500" cy="15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00" lIns="51025" spcFirstLastPara="1" rIns="51025" wrap="square" tIns="25500">
            <a:normAutofit/>
          </a:bodyPr>
          <a:lstStyle>
            <a:lvl1pPr indent="-327827" lvl="0" marL="457200" algn="l">
              <a:spcBef>
                <a:spcPts val="313"/>
              </a:spcBef>
              <a:spcAft>
                <a:spcPts val="0"/>
              </a:spcAft>
              <a:buClr>
                <a:schemeClr val="dk1"/>
              </a:buClr>
              <a:buSzPts val="1563"/>
              <a:buChar char="•"/>
              <a:defRPr sz="1562"/>
            </a:lvl1pPr>
            <a:lvl2pPr indent="-313651" lvl="1" marL="914400" algn="l">
              <a:spcBef>
                <a:spcPts val="268"/>
              </a:spcBef>
              <a:spcAft>
                <a:spcPts val="0"/>
              </a:spcAft>
              <a:buClr>
                <a:schemeClr val="dk1"/>
              </a:buClr>
              <a:buSzPts val="1339"/>
              <a:buChar char="–"/>
              <a:defRPr sz="1339"/>
            </a:lvl2pPr>
            <a:lvl3pPr indent="-299476" lvl="2" marL="1371600" algn="l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116"/>
              <a:buChar char="•"/>
              <a:defRPr sz="1116"/>
            </a:lvl3pPr>
            <a:lvl4pPr indent="-292388" lvl="3" marL="18288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–"/>
              <a:defRPr sz="1004"/>
            </a:lvl4pPr>
            <a:lvl5pPr indent="-292388" lvl="4" marL="22860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»"/>
              <a:defRPr sz="1004"/>
            </a:lvl5pPr>
            <a:lvl6pPr indent="-292388" lvl="5" marL="27432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004"/>
            </a:lvl6pPr>
            <a:lvl7pPr indent="-292388" lvl="6" marL="32004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004"/>
            </a:lvl7pPr>
            <a:lvl8pPr indent="-292388" lvl="7" marL="36576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004"/>
            </a:lvl8pPr>
            <a:lvl9pPr indent="-292388" lvl="8" marL="41148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004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098800" y="545523"/>
            <a:ext cx="2692500" cy="15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00" lIns="51025" spcFirstLastPara="1" rIns="51025" wrap="square" tIns="25500">
            <a:normAutofit/>
          </a:bodyPr>
          <a:lstStyle>
            <a:lvl1pPr indent="-327827" lvl="0" marL="457200" algn="l">
              <a:spcBef>
                <a:spcPts val="313"/>
              </a:spcBef>
              <a:spcAft>
                <a:spcPts val="0"/>
              </a:spcAft>
              <a:buClr>
                <a:schemeClr val="dk1"/>
              </a:buClr>
              <a:buSzPts val="1563"/>
              <a:buChar char="•"/>
              <a:defRPr sz="1562"/>
            </a:lvl1pPr>
            <a:lvl2pPr indent="-313651" lvl="1" marL="914400" algn="l">
              <a:spcBef>
                <a:spcPts val="268"/>
              </a:spcBef>
              <a:spcAft>
                <a:spcPts val="0"/>
              </a:spcAft>
              <a:buClr>
                <a:schemeClr val="dk1"/>
              </a:buClr>
              <a:buSzPts val="1339"/>
              <a:buChar char="–"/>
              <a:defRPr sz="1339"/>
            </a:lvl2pPr>
            <a:lvl3pPr indent="-299476" lvl="2" marL="1371600" algn="l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116"/>
              <a:buChar char="•"/>
              <a:defRPr sz="1116"/>
            </a:lvl3pPr>
            <a:lvl4pPr indent="-292388" lvl="3" marL="18288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–"/>
              <a:defRPr sz="1004"/>
            </a:lvl4pPr>
            <a:lvl5pPr indent="-292388" lvl="4" marL="22860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»"/>
              <a:defRPr sz="1004"/>
            </a:lvl5pPr>
            <a:lvl6pPr indent="-292388" lvl="5" marL="27432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004"/>
            </a:lvl6pPr>
            <a:lvl7pPr indent="-292388" lvl="6" marL="32004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004"/>
            </a:lvl7pPr>
            <a:lvl8pPr indent="-292388" lvl="7" marL="36576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004"/>
            </a:lvl8pPr>
            <a:lvl9pPr indent="-292388" lvl="8" marL="41148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004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304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082800" y="2166938"/>
            <a:ext cx="19305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368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indent="0" lvl="0" marL="0" algn="r">
              <a:spcBef>
                <a:spcPts val="0"/>
              </a:spcBef>
              <a:buNone/>
              <a:defRPr sz="669"/>
            </a:lvl1pPr>
            <a:lvl2pPr indent="0" lvl="1" marL="0" algn="r">
              <a:spcBef>
                <a:spcPts val="0"/>
              </a:spcBef>
              <a:buNone/>
              <a:defRPr sz="669"/>
            </a:lvl2pPr>
            <a:lvl3pPr indent="0" lvl="2" marL="0" algn="r">
              <a:spcBef>
                <a:spcPts val="0"/>
              </a:spcBef>
              <a:buNone/>
              <a:defRPr sz="669"/>
            </a:lvl3pPr>
            <a:lvl4pPr indent="0" lvl="3" marL="0" algn="r">
              <a:spcBef>
                <a:spcPts val="0"/>
              </a:spcBef>
              <a:buNone/>
              <a:defRPr sz="669"/>
            </a:lvl4pPr>
            <a:lvl5pPr indent="0" lvl="4" marL="0" algn="r">
              <a:spcBef>
                <a:spcPts val="0"/>
              </a:spcBef>
              <a:buNone/>
              <a:defRPr sz="669"/>
            </a:lvl5pPr>
            <a:lvl6pPr indent="0" lvl="5" marL="0" algn="r">
              <a:spcBef>
                <a:spcPts val="0"/>
              </a:spcBef>
              <a:buNone/>
              <a:defRPr sz="669"/>
            </a:lvl6pPr>
            <a:lvl7pPr indent="0" lvl="6" marL="0" algn="r">
              <a:spcBef>
                <a:spcPts val="0"/>
              </a:spcBef>
              <a:buNone/>
              <a:defRPr sz="669"/>
            </a:lvl7pPr>
            <a:lvl8pPr indent="0" lvl="7" marL="0" algn="r">
              <a:spcBef>
                <a:spcPts val="0"/>
              </a:spcBef>
              <a:buNone/>
              <a:defRPr sz="669"/>
            </a:lvl8pPr>
            <a:lvl9pPr indent="0" lvl="8" marL="0" algn="r">
              <a:spcBef>
                <a:spcPts val="0"/>
              </a:spcBef>
              <a:buNone/>
              <a:defRPr sz="6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304800" y="93627"/>
            <a:ext cx="54864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56"/>
              <a:buFont typeface="Calibri"/>
              <a:buNone/>
              <a:defRPr sz="2455"/>
            </a:lvl1pPr>
            <a:lvl2pPr lvl="1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04800" y="523334"/>
            <a:ext cx="26934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25500" lIns="51025" spcFirstLastPara="1" rIns="51025" wrap="square" tIns="25500">
            <a:normAutofit/>
          </a:bodyPr>
          <a:lstStyle>
            <a:lvl1pPr indent="-228600" lvl="0" marL="457200" algn="l">
              <a:spcBef>
                <a:spcPts val="268"/>
              </a:spcBef>
              <a:spcAft>
                <a:spcPts val="0"/>
              </a:spcAft>
              <a:buClr>
                <a:schemeClr val="dk1"/>
              </a:buClr>
              <a:buSzPts val="1339"/>
              <a:buNone/>
              <a:defRPr b="1" sz="1339"/>
            </a:lvl1pPr>
            <a:lvl2pPr indent="-228600" lvl="1" marL="914400" algn="l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116"/>
              <a:buNone/>
              <a:defRPr b="1" sz="1116"/>
            </a:lvl2pPr>
            <a:lvl3pPr indent="-228600" lvl="2" marL="13716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None/>
              <a:defRPr b="1" sz="1004"/>
            </a:lvl3pPr>
            <a:lvl4pPr indent="-228600" lvl="3" marL="18288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None/>
              <a:defRPr b="1" sz="892"/>
            </a:lvl4pPr>
            <a:lvl5pPr indent="-228600" lvl="4" marL="22860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None/>
              <a:defRPr b="1" sz="892"/>
            </a:lvl5pPr>
            <a:lvl6pPr indent="-228600" lvl="5" marL="27432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None/>
              <a:defRPr b="1" sz="892"/>
            </a:lvl6pPr>
            <a:lvl7pPr indent="-228600" lvl="6" marL="32004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None/>
              <a:defRPr b="1" sz="892"/>
            </a:lvl7pPr>
            <a:lvl8pPr indent="-228600" lvl="7" marL="36576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None/>
              <a:defRPr b="1" sz="892"/>
            </a:lvl8pPr>
            <a:lvl9pPr indent="-228600" lvl="8" marL="41148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None/>
              <a:defRPr b="1" sz="892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304800" y="741435"/>
            <a:ext cx="2693400" cy="13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00" lIns="51025" spcFirstLastPara="1" rIns="51025" wrap="square" tIns="25500">
            <a:normAutofit/>
          </a:bodyPr>
          <a:lstStyle>
            <a:lvl1pPr indent="-313651" lvl="0" marL="457200" algn="l">
              <a:spcBef>
                <a:spcPts val="268"/>
              </a:spcBef>
              <a:spcAft>
                <a:spcPts val="0"/>
              </a:spcAft>
              <a:buClr>
                <a:schemeClr val="dk1"/>
              </a:buClr>
              <a:buSzPts val="1339"/>
              <a:buChar char="•"/>
              <a:defRPr sz="1339"/>
            </a:lvl1pPr>
            <a:lvl2pPr indent="-299476" lvl="1" marL="914400" algn="l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116"/>
              <a:buChar char="–"/>
              <a:defRPr sz="1116"/>
            </a:lvl2pPr>
            <a:lvl3pPr indent="-292388" lvl="2" marL="13716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004"/>
            </a:lvl3pPr>
            <a:lvl4pPr indent="-285301" lvl="3" marL="18288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Char char="–"/>
              <a:defRPr sz="892"/>
            </a:lvl4pPr>
            <a:lvl5pPr indent="-285301" lvl="4" marL="22860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Char char="»"/>
              <a:defRPr sz="892"/>
            </a:lvl5pPr>
            <a:lvl6pPr indent="-285301" lvl="5" marL="27432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Char char="•"/>
              <a:defRPr sz="892"/>
            </a:lvl6pPr>
            <a:lvl7pPr indent="-285301" lvl="6" marL="32004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Char char="•"/>
              <a:defRPr sz="892"/>
            </a:lvl7pPr>
            <a:lvl8pPr indent="-285301" lvl="7" marL="36576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Char char="•"/>
              <a:defRPr sz="892"/>
            </a:lvl8pPr>
            <a:lvl9pPr indent="-285301" lvl="8" marL="41148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Char char="•"/>
              <a:defRPr sz="892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096683" y="523334"/>
            <a:ext cx="26946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25500" lIns="51025" spcFirstLastPara="1" rIns="51025" wrap="square" tIns="25500">
            <a:normAutofit/>
          </a:bodyPr>
          <a:lstStyle>
            <a:lvl1pPr indent="-228600" lvl="0" marL="457200" algn="l">
              <a:spcBef>
                <a:spcPts val="268"/>
              </a:spcBef>
              <a:spcAft>
                <a:spcPts val="0"/>
              </a:spcAft>
              <a:buClr>
                <a:schemeClr val="dk1"/>
              </a:buClr>
              <a:buSzPts val="1339"/>
              <a:buNone/>
              <a:defRPr b="1" sz="1339"/>
            </a:lvl1pPr>
            <a:lvl2pPr indent="-228600" lvl="1" marL="914400" algn="l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116"/>
              <a:buNone/>
              <a:defRPr b="1" sz="1116"/>
            </a:lvl2pPr>
            <a:lvl3pPr indent="-228600" lvl="2" marL="13716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None/>
              <a:defRPr b="1" sz="1004"/>
            </a:lvl3pPr>
            <a:lvl4pPr indent="-228600" lvl="3" marL="18288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None/>
              <a:defRPr b="1" sz="892"/>
            </a:lvl4pPr>
            <a:lvl5pPr indent="-228600" lvl="4" marL="22860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None/>
              <a:defRPr b="1" sz="892"/>
            </a:lvl5pPr>
            <a:lvl6pPr indent="-228600" lvl="5" marL="27432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None/>
              <a:defRPr b="1" sz="892"/>
            </a:lvl6pPr>
            <a:lvl7pPr indent="-228600" lvl="6" marL="32004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None/>
              <a:defRPr b="1" sz="892"/>
            </a:lvl7pPr>
            <a:lvl8pPr indent="-228600" lvl="7" marL="36576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None/>
              <a:defRPr b="1" sz="892"/>
            </a:lvl8pPr>
            <a:lvl9pPr indent="-228600" lvl="8" marL="41148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None/>
              <a:defRPr b="1" sz="892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096683" y="741435"/>
            <a:ext cx="2694600" cy="13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00" lIns="51025" spcFirstLastPara="1" rIns="51025" wrap="square" tIns="25500">
            <a:normAutofit/>
          </a:bodyPr>
          <a:lstStyle>
            <a:lvl1pPr indent="-313651" lvl="0" marL="457200" algn="l">
              <a:spcBef>
                <a:spcPts val="268"/>
              </a:spcBef>
              <a:spcAft>
                <a:spcPts val="0"/>
              </a:spcAft>
              <a:buClr>
                <a:schemeClr val="dk1"/>
              </a:buClr>
              <a:buSzPts val="1339"/>
              <a:buChar char="•"/>
              <a:defRPr sz="1339"/>
            </a:lvl1pPr>
            <a:lvl2pPr indent="-299476" lvl="1" marL="914400" algn="l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116"/>
              <a:buChar char="–"/>
              <a:defRPr sz="1116"/>
            </a:lvl2pPr>
            <a:lvl3pPr indent="-292388" lvl="2" marL="13716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004"/>
            </a:lvl3pPr>
            <a:lvl4pPr indent="-285301" lvl="3" marL="18288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Char char="–"/>
              <a:defRPr sz="892"/>
            </a:lvl4pPr>
            <a:lvl5pPr indent="-285301" lvl="4" marL="22860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Char char="»"/>
              <a:defRPr sz="892"/>
            </a:lvl5pPr>
            <a:lvl6pPr indent="-285301" lvl="5" marL="27432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Char char="•"/>
              <a:defRPr sz="892"/>
            </a:lvl6pPr>
            <a:lvl7pPr indent="-285301" lvl="6" marL="32004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Char char="•"/>
              <a:defRPr sz="892"/>
            </a:lvl7pPr>
            <a:lvl8pPr indent="-285301" lvl="7" marL="36576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Char char="•"/>
              <a:defRPr sz="892"/>
            </a:lvl8pPr>
            <a:lvl9pPr indent="-285301" lvl="8" marL="4114800" algn="l">
              <a:spcBef>
                <a:spcPts val="179"/>
              </a:spcBef>
              <a:spcAft>
                <a:spcPts val="0"/>
              </a:spcAft>
              <a:buClr>
                <a:schemeClr val="dk1"/>
              </a:buClr>
              <a:buSzPts val="893"/>
              <a:buChar char="•"/>
              <a:defRPr sz="892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304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082800" y="2166938"/>
            <a:ext cx="19305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368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indent="0" lvl="0" marL="0" algn="r">
              <a:spcBef>
                <a:spcPts val="0"/>
              </a:spcBef>
              <a:buNone/>
              <a:defRPr sz="669"/>
            </a:lvl1pPr>
            <a:lvl2pPr indent="0" lvl="1" marL="0" algn="r">
              <a:spcBef>
                <a:spcPts val="0"/>
              </a:spcBef>
              <a:buNone/>
              <a:defRPr sz="669"/>
            </a:lvl2pPr>
            <a:lvl3pPr indent="0" lvl="2" marL="0" algn="r">
              <a:spcBef>
                <a:spcPts val="0"/>
              </a:spcBef>
              <a:buNone/>
              <a:defRPr sz="669"/>
            </a:lvl3pPr>
            <a:lvl4pPr indent="0" lvl="3" marL="0" algn="r">
              <a:spcBef>
                <a:spcPts val="0"/>
              </a:spcBef>
              <a:buNone/>
              <a:defRPr sz="669"/>
            </a:lvl4pPr>
            <a:lvl5pPr indent="0" lvl="4" marL="0" algn="r">
              <a:spcBef>
                <a:spcPts val="0"/>
              </a:spcBef>
              <a:buNone/>
              <a:defRPr sz="669"/>
            </a:lvl5pPr>
            <a:lvl6pPr indent="0" lvl="5" marL="0" algn="r">
              <a:spcBef>
                <a:spcPts val="0"/>
              </a:spcBef>
              <a:buNone/>
              <a:defRPr sz="669"/>
            </a:lvl6pPr>
            <a:lvl7pPr indent="0" lvl="6" marL="0" algn="r">
              <a:spcBef>
                <a:spcPts val="0"/>
              </a:spcBef>
              <a:buNone/>
              <a:defRPr sz="669"/>
            </a:lvl7pPr>
            <a:lvl8pPr indent="0" lvl="7" marL="0" algn="r">
              <a:spcBef>
                <a:spcPts val="0"/>
              </a:spcBef>
              <a:buNone/>
              <a:defRPr sz="669"/>
            </a:lvl8pPr>
            <a:lvl9pPr indent="0" lvl="8" marL="0" algn="r">
              <a:spcBef>
                <a:spcPts val="0"/>
              </a:spcBef>
              <a:buNone/>
              <a:defRPr sz="6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304800" y="93627"/>
            <a:ext cx="54864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5"/>
              <a:buNone/>
              <a:defRPr sz="2455"/>
            </a:lvl1pPr>
            <a:lvl2pPr lvl="1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304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082800" y="2166938"/>
            <a:ext cx="19305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368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indent="0" lvl="0" marL="0" algn="r">
              <a:spcBef>
                <a:spcPts val="0"/>
              </a:spcBef>
              <a:buNone/>
              <a:defRPr sz="669"/>
            </a:lvl1pPr>
            <a:lvl2pPr indent="0" lvl="1" marL="0" algn="r">
              <a:spcBef>
                <a:spcPts val="0"/>
              </a:spcBef>
              <a:buNone/>
              <a:defRPr sz="669"/>
            </a:lvl2pPr>
            <a:lvl3pPr indent="0" lvl="2" marL="0" algn="r">
              <a:spcBef>
                <a:spcPts val="0"/>
              </a:spcBef>
              <a:buNone/>
              <a:defRPr sz="669"/>
            </a:lvl3pPr>
            <a:lvl4pPr indent="0" lvl="3" marL="0" algn="r">
              <a:spcBef>
                <a:spcPts val="0"/>
              </a:spcBef>
              <a:buNone/>
              <a:defRPr sz="669"/>
            </a:lvl4pPr>
            <a:lvl5pPr indent="0" lvl="4" marL="0" algn="r">
              <a:spcBef>
                <a:spcPts val="0"/>
              </a:spcBef>
              <a:buNone/>
              <a:defRPr sz="669"/>
            </a:lvl5pPr>
            <a:lvl6pPr indent="0" lvl="5" marL="0" algn="r">
              <a:spcBef>
                <a:spcPts val="0"/>
              </a:spcBef>
              <a:buNone/>
              <a:defRPr sz="669"/>
            </a:lvl6pPr>
            <a:lvl7pPr indent="0" lvl="6" marL="0" algn="r">
              <a:spcBef>
                <a:spcPts val="0"/>
              </a:spcBef>
              <a:buNone/>
              <a:defRPr sz="669"/>
            </a:lvl7pPr>
            <a:lvl8pPr indent="0" lvl="7" marL="0" algn="r">
              <a:spcBef>
                <a:spcPts val="0"/>
              </a:spcBef>
              <a:buNone/>
              <a:defRPr sz="669"/>
            </a:lvl8pPr>
            <a:lvl9pPr indent="0" lvl="8" marL="0" algn="r">
              <a:spcBef>
                <a:spcPts val="0"/>
              </a:spcBef>
              <a:buNone/>
              <a:defRPr sz="6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304800" y="93085"/>
            <a:ext cx="20055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b" bIns="25500" lIns="51025" spcFirstLastPara="1" rIns="51025" wrap="square" tIns="255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6"/>
              <a:buFont typeface="Calibri"/>
              <a:buNone/>
              <a:defRPr b="1" sz="1116"/>
            </a:lvl1pPr>
            <a:lvl2pPr lvl="1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2383367" y="93085"/>
            <a:ext cx="3407700" cy="19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00" lIns="51025" spcFirstLastPara="1" rIns="51025" wrap="square" tIns="25500">
            <a:normAutofit/>
          </a:bodyPr>
          <a:lstStyle>
            <a:lvl1pPr indent="-342002" lvl="0" marL="457200" algn="l">
              <a:spcBef>
                <a:spcPts val="357"/>
              </a:spcBef>
              <a:spcAft>
                <a:spcPts val="0"/>
              </a:spcAft>
              <a:buClr>
                <a:schemeClr val="dk1"/>
              </a:buClr>
              <a:buSzPts val="1786"/>
              <a:buChar char="•"/>
              <a:defRPr sz="1785"/>
            </a:lvl1pPr>
            <a:lvl2pPr indent="-327827" lvl="1" marL="914400" algn="l">
              <a:spcBef>
                <a:spcPts val="313"/>
              </a:spcBef>
              <a:spcAft>
                <a:spcPts val="0"/>
              </a:spcAft>
              <a:buClr>
                <a:schemeClr val="dk1"/>
              </a:buClr>
              <a:buSzPts val="1563"/>
              <a:buChar char="–"/>
              <a:defRPr sz="1562"/>
            </a:lvl2pPr>
            <a:lvl3pPr indent="-313651" lvl="2" marL="1371600" algn="l">
              <a:spcBef>
                <a:spcPts val="268"/>
              </a:spcBef>
              <a:spcAft>
                <a:spcPts val="0"/>
              </a:spcAft>
              <a:buClr>
                <a:schemeClr val="dk1"/>
              </a:buClr>
              <a:buSzPts val="1339"/>
              <a:buChar char="•"/>
              <a:defRPr sz="1339"/>
            </a:lvl3pPr>
            <a:lvl4pPr indent="-299476" lvl="3" marL="1828800" algn="l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116"/>
              <a:buChar char="–"/>
              <a:defRPr sz="1116"/>
            </a:lvl4pPr>
            <a:lvl5pPr indent="-299476" lvl="4" marL="2286000" algn="l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116"/>
              <a:buChar char="»"/>
              <a:defRPr sz="1116"/>
            </a:lvl5pPr>
            <a:lvl6pPr indent="-299476" lvl="5" marL="2743200" algn="l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116"/>
              <a:buChar char="•"/>
              <a:defRPr sz="1116"/>
            </a:lvl6pPr>
            <a:lvl7pPr indent="-299476" lvl="6" marL="3200400" algn="l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116"/>
              <a:buChar char="•"/>
              <a:defRPr sz="1116"/>
            </a:lvl7pPr>
            <a:lvl8pPr indent="-299476" lvl="7" marL="3657600" algn="l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116"/>
              <a:buChar char="•"/>
              <a:defRPr sz="1116"/>
            </a:lvl8pPr>
            <a:lvl9pPr indent="-299476" lvl="8" marL="4114800" algn="l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116"/>
              <a:buChar char="•"/>
              <a:defRPr sz="1116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304800" y="489239"/>
            <a:ext cx="2005500" cy="15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00" lIns="51025" spcFirstLastPara="1" rIns="51025" wrap="square" tIns="25500">
            <a:normAutofit/>
          </a:bodyPr>
          <a:lstStyle>
            <a:lvl1pPr indent="-228600" lvl="0" marL="457200" algn="l">
              <a:spcBef>
                <a:spcPts val="156"/>
              </a:spcBef>
              <a:spcAft>
                <a:spcPts val="0"/>
              </a:spcAft>
              <a:buClr>
                <a:schemeClr val="dk1"/>
              </a:buClr>
              <a:buSzPts val="781"/>
              <a:buNone/>
              <a:defRPr sz="781"/>
            </a:lvl1pPr>
            <a:lvl2pPr indent="-228600" lvl="1" marL="914400" algn="l">
              <a:spcBef>
                <a:spcPts val="134"/>
              </a:spcBef>
              <a:spcAft>
                <a:spcPts val="0"/>
              </a:spcAft>
              <a:buClr>
                <a:schemeClr val="dk1"/>
              </a:buClr>
              <a:buSzPts val="670"/>
              <a:buNone/>
              <a:defRPr sz="669"/>
            </a:lvl2pPr>
            <a:lvl3pPr indent="-228600" lvl="2" marL="1371600" algn="l">
              <a:spcBef>
                <a:spcPts val="112"/>
              </a:spcBef>
              <a:spcAft>
                <a:spcPts val="0"/>
              </a:spcAft>
              <a:buClr>
                <a:schemeClr val="dk1"/>
              </a:buClr>
              <a:buSzPts val="558"/>
              <a:buNone/>
              <a:defRPr sz="558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2"/>
              <a:buNone/>
              <a:defRPr sz="502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2"/>
              <a:buNone/>
              <a:defRPr sz="502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2"/>
              <a:buNone/>
              <a:defRPr sz="502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2"/>
              <a:buNone/>
              <a:defRPr sz="502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2"/>
              <a:buNone/>
              <a:defRPr sz="502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2"/>
              <a:buNone/>
              <a:defRPr sz="502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304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2082800" y="2166938"/>
            <a:ext cx="19305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4368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indent="0" lvl="0" marL="0" algn="r">
              <a:spcBef>
                <a:spcPts val="0"/>
              </a:spcBef>
              <a:buNone/>
              <a:defRPr sz="669"/>
            </a:lvl1pPr>
            <a:lvl2pPr indent="0" lvl="1" marL="0" algn="r">
              <a:spcBef>
                <a:spcPts val="0"/>
              </a:spcBef>
              <a:buNone/>
              <a:defRPr sz="669"/>
            </a:lvl2pPr>
            <a:lvl3pPr indent="0" lvl="2" marL="0" algn="r">
              <a:spcBef>
                <a:spcPts val="0"/>
              </a:spcBef>
              <a:buNone/>
              <a:defRPr sz="669"/>
            </a:lvl3pPr>
            <a:lvl4pPr indent="0" lvl="3" marL="0" algn="r">
              <a:spcBef>
                <a:spcPts val="0"/>
              </a:spcBef>
              <a:buNone/>
              <a:defRPr sz="669"/>
            </a:lvl4pPr>
            <a:lvl5pPr indent="0" lvl="4" marL="0" algn="r">
              <a:spcBef>
                <a:spcPts val="0"/>
              </a:spcBef>
              <a:buNone/>
              <a:defRPr sz="669"/>
            </a:lvl5pPr>
            <a:lvl6pPr indent="0" lvl="5" marL="0" algn="r">
              <a:spcBef>
                <a:spcPts val="0"/>
              </a:spcBef>
              <a:buNone/>
              <a:defRPr sz="669"/>
            </a:lvl6pPr>
            <a:lvl7pPr indent="0" lvl="6" marL="0" algn="r">
              <a:spcBef>
                <a:spcPts val="0"/>
              </a:spcBef>
              <a:buNone/>
              <a:defRPr sz="669"/>
            </a:lvl7pPr>
            <a:lvl8pPr indent="0" lvl="7" marL="0" algn="r">
              <a:spcBef>
                <a:spcPts val="0"/>
              </a:spcBef>
              <a:buNone/>
              <a:defRPr sz="669"/>
            </a:lvl8pPr>
            <a:lvl9pPr indent="0" lvl="8" marL="0" algn="r">
              <a:spcBef>
                <a:spcPts val="0"/>
              </a:spcBef>
              <a:buNone/>
              <a:defRPr sz="6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194859" y="1636568"/>
            <a:ext cx="36576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b" bIns="25500" lIns="51025" spcFirstLastPara="1" rIns="51025" wrap="square" tIns="255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6"/>
              <a:buFont typeface="Calibri"/>
              <a:buNone/>
              <a:defRPr b="1" sz="1116"/>
            </a:lvl1pPr>
            <a:lvl2pPr lvl="1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194859" y="208901"/>
            <a:ext cx="3657600" cy="1402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194859" y="1829774"/>
            <a:ext cx="3657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00" lIns="51025" spcFirstLastPara="1" rIns="51025" wrap="square" tIns="25500">
            <a:normAutofit/>
          </a:bodyPr>
          <a:lstStyle>
            <a:lvl1pPr indent="-228600" lvl="0" marL="457200" algn="l">
              <a:spcBef>
                <a:spcPts val="156"/>
              </a:spcBef>
              <a:spcAft>
                <a:spcPts val="0"/>
              </a:spcAft>
              <a:buClr>
                <a:schemeClr val="dk1"/>
              </a:buClr>
              <a:buSzPts val="781"/>
              <a:buNone/>
              <a:defRPr sz="781"/>
            </a:lvl1pPr>
            <a:lvl2pPr indent="-228600" lvl="1" marL="914400" algn="l">
              <a:spcBef>
                <a:spcPts val="134"/>
              </a:spcBef>
              <a:spcAft>
                <a:spcPts val="0"/>
              </a:spcAft>
              <a:buClr>
                <a:schemeClr val="dk1"/>
              </a:buClr>
              <a:buSzPts val="670"/>
              <a:buNone/>
              <a:defRPr sz="669"/>
            </a:lvl2pPr>
            <a:lvl3pPr indent="-228600" lvl="2" marL="1371600" algn="l">
              <a:spcBef>
                <a:spcPts val="112"/>
              </a:spcBef>
              <a:spcAft>
                <a:spcPts val="0"/>
              </a:spcAft>
              <a:buClr>
                <a:schemeClr val="dk1"/>
              </a:buClr>
              <a:buSzPts val="558"/>
              <a:buNone/>
              <a:defRPr sz="558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2"/>
              <a:buNone/>
              <a:defRPr sz="502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2"/>
              <a:buNone/>
              <a:defRPr sz="502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2"/>
              <a:buNone/>
              <a:defRPr sz="502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2"/>
              <a:buNone/>
              <a:defRPr sz="502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2"/>
              <a:buNone/>
              <a:defRPr sz="502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2"/>
              <a:buNone/>
              <a:defRPr sz="502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304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2082800" y="2166938"/>
            <a:ext cx="19305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4368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indent="0" lvl="0" marL="0" algn="r">
              <a:spcBef>
                <a:spcPts val="0"/>
              </a:spcBef>
              <a:buNone/>
              <a:defRPr sz="669"/>
            </a:lvl1pPr>
            <a:lvl2pPr indent="0" lvl="1" marL="0" algn="r">
              <a:spcBef>
                <a:spcPts val="0"/>
              </a:spcBef>
              <a:buNone/>
              <a:defRPr sz="669"/>
            </a:lvl2pPr>
            <a:lvl3pPr indent="0" lvl="2" marL="0" algn="r">
              <a:spcBef>
                <a:spcPts val="0"/>
              </a:spcBef>
              <a:buNone/>
              <a:defRPr sz="669"/>
            </a:lvl3pPr>
            <a:lvl4pPr indent="0" lvl="3" marL="0" algn="r">
              <a:spcBef>
                <a:spcPts val="0"/>
              </a:spcBef>
              <a:buNone/>
              <a:defRPr sz="669"/>
            </a:lvl4pPr>
            <a:lvl5pPr indent="0" lvl="4" marL="0" algn="r">
              <a:spcBef>
                <a:spcPts val="0"/>
              </a:spcBef>
              <a:buNone/>
              <a:defRPr sz="669"/>
            </a:lvl5pPr>
            <a:lvl6pPr indent="0" lvl="5" marL="0" algn="r">
              <a:spcBef>
                <a:spcPts val="0"/>
              </a:spcBef>
              <a:buNone/>
              <a:defRPr sz="669"/>
            </a:lvl6pPr>
            <a:lvl7pPr indent="0" lvl="6" marL="0" algn="r">
              <a:spcBef>
                <a:spcPts val="0"/>
              </a:spcBef>
              <a:buNone/>
              <a:defRPr sz="669"/>
            </a:lvl7pPr>
            <a:lvl8pPr indent="0" lvl="7" marL="0" algn="r">
              <a:spcBef>
                <a:spcPts val="0"/>
              </a:spcBef>
              <a:buNone/>
              <a:defRPr sz="669"/>
            </a:lvl8pPr>
            <a:lvl9pPr indent="0" lvl="8" marL="0" algn="r">
              <a:spcBef>
                <a:spcPts val="0"/>
              </a:spcBef>
              <a:buNone/>
              <a:defRPr sz="6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304800" y="93627"/>
            <a:ext cx="54864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5"/>
              <a:buNone/>
              <a:defRPr sz="2455"/>
            </a:lvl1pPr>
            <a:lvl2pPr lvl="1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276550" y="-1426227"/>
            <a:ext cx="15429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00" lIns="51025" spcFirstLastPara="1" rIns="51025" wrap="square" tIns="25500">
            <a:normAutofit/>
          </a:bodyPr>
          <a:lstStyle>
            <a:lvl1pPr indent="-292388" lvl="0" marL="4572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785"/>
            </a:lvl1pPr>
            <a:lvl2pPr indent="-292388" lvl="1" marL="9144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–"/>
              <a:defRPr sz="1562"/>
            </a:lvl2pPr>
            <a:lvl3pPr indent="-292388" lvl="2" marL="13716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339"/>
            </a:lvl3pPr>
            <a:lvl4pPr indent="-292388" lvl="3" marL="18288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–"/>
              <a:defRPr sz="1116"/>
            </a:lvl4pPr>
            <a:lvl5pPr indent="-292388" lvl="4" marL="22860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»"/>
              <a:defRPr sz="1116"/>
            </a:lvl5pPr>
            <a:lvl6pPr indent="-292388" lvl="5" marL="27432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116"/>
            </a:lvl6pPr>
            <a:lvl7pPr indent="-292388" lvl="6" marL="32004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116"/>
            </a:lvl7pPr>
            <a:lvl8pPr indent="-292388" lvl="7" marL="36576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116"/>
            </a:lvl8pPr>
            <a:lvl9pPr indent="-292388" lvl="8" marL="41148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116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304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2082800" y="2166938"/>
            <a:ext cx="19305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4368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indent="0" lvl="0" marL="0" algn="r">
              <a:spcBef>
                <a:spcPts val="0"/>
              </a:spcBef>
              <a:buNone/>
              <a:defRPr sz="669"/>
            </a:lvl1pPr>
            <a:lvl2pPr indent="0" lvl="1" marL="0" algn="r">
              <a:spcBef>
                <a:spcPts val="0"/>
              </a:spcBef>
              <a:buNone/>
              <a:defRPr sz="669"/>
            </a:lvl2pPr>
            <a:lvl3pPr indent="0" lvl="2" marL="0" algn="r">
              <a:spcBef>
                <a:spcPts val="0"/>
              </a:spcBef>
              <a:buNone/>
              <a:defRPr sz="669"/>
            </a:lvl3pPr>
            <a:lvl4pPr indent="0" lvl="3" marL="0" algn="r">
              <a:spcBef>
                <a:spcPts val="0"/>
              </a:spcBef>
              <a:buNone/>
              <a:defRPr sz="669"/>
            </a:lvl4pPr>
            <a:lvl5pPr indent="0" lvl="4" marL="0" algn="r">
              <a:spcBef>
                <a:spcPts val="0"/>
              </a:spcBef>
              <a:buNone/>
              <a:defRPr sz="669"/>
            </a:lvl5pPr>
            <a:lvl6pPr indent="0" lvl="5" marL="0" algn="r">
              <a:spcBef>
                <a:spcPts val="0"/>
              </a:spcBef>
              <a:buNone/>
              <a:defRPr sz="669"/>
            </a:lvl6pPr>
            <a:lvl7pPr indent="0" lvl="6" marL="0" algn="r">
              <a:spcBef>
                <a:spcPts val="0"/>
              </a:spcBef>
              <a:buNone/>
              <a:defRPr sz="669"/>
            </a:lvl7pPr>
            <a:lvl8pPr indent="0" lvl="7" marL="0" algn="r">
              <a:spcBef>
                <a:spcPts val="0"/>
              </a:spcBef>
              <a:buNone/>
              <a:defRPr sz="669"/>
            </a:lvl8pPr>
            <a:lvl9pPr indent="0" lvl="8" marL="0" algn="r">
              <a:spcBef>
                <a:spcPts val="0"/>
              </a:spcBef>
              <a:buNone/>
              <a:defRPr sz="6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108050" y="405177"/>
            <a:ext cx="19947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5"/>
              <a:buNone/>
              <a:defRPr sz="2455"/>
            </a:lvl1pPr>
            <a:lvl2pPr lvl="1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14100" y="-915573"/>
            <a:ext cx="1994700" cy="40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00" lIns="51025" spcFirstLastPara="1" rIns="51025" wrap="square" tIns="25500">
            <a:normAutofit/>
          </a:bodyPr>
          <a:lstStyle>
            <a:lvl1pPr indent="-292388" lvl="0" marL="4572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785"/>
            </a:lvl1pPr>
            <a:lvl2pPr indent="-292388" lvl="1" marL="9144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–"/>
              <a:defRPr sz="1562"/>
            </a:lvl2pPr>
            <a:lvl3pPr indent="-292388" lvl="2" marL="13716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339"/>
            </a:lvl3pPr>
            <a:lvl4pPr indent="-292388" lvl="3" marL="18288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–"/>
              <a:defRPr sz="1116"/>
            </a:lvl4pPr>
            <a:lvl5pPr indent="-292388" lvl="4" marL="22860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»"/>
              <a:defRPr sz="1116"/>
            </a:lvl5pPr>
            <a:lvl6pPr indent="-292388" lvl="5" marL="27432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116"/>
            </a:lvl6pPr>
            <a:lvl7pPr indent="-292388" lvl="6" marL="32004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116"/>
            </a:lvl7pPr>
            <a:lvl8pPr indent="-292388" lvl="7" marL="36576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116"/>
            </a:lvl8pPr>
            <a:lvl9pPr indent="-292388" lvl="8" marL="4114800" algn="l">
              <a:spcBef>
                <a:spcPts val="201"/>
              </a:spcBef>
              <a:spcAft>
                <a:spcPts val="0"/>
              </a:spcAft>
              <a:buClr>
                <a:schemeClr val="dk1"/>
              </a:buClr>
              <a:buSzPts val="1005"/>
              <a:buChar char="•"/>
              <a:defRPr sz="1116"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304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2082800" y="2166938"/>
            <a:ext cx="19305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81"/>
              <a:buNone/>
              <a:defRPr sz="669"/>
            </a:lvl1pPr>
            <a:lvl2pPr lvl="1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 algn="l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4368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indent="0" lvl="0" marL="0" algn="r">
              <a:spcBef>
                <a:spcPts val="0"/>
              </a:spcBef>
              <a:buNone/>
              <a:defRPr sz="669"/>
            </a:lvl1pPr>
            <a:lvl2pPr indent="0" lvl="1" marL="0" algn="r">
              <a:spcBef>
                <a:spcPts val="0"/>
              </a:spcBef>
              <a:buNone/>
              <a:defRPr sz="669"/>
            </a:lvl2pPr>
            <a:lvl3pPr indent="0" lvl="2" marL="0" algn="r">
              <a:spcBef>
                <a:spcPts val="0"/>
              </a:spcBef>
              <a:buNone/>
              <a:defRPr sz="669"/>
            </a:lvl3pPr>
            <a:lvl4pPr indent="0" lvl="3" marL="0" algn="r">
              <a:spcBef>
                <a:spcPts val="0"/>
              </a:spcBef>
              <a:buNone/>
              <a:defRPr sz="669"/>
            </a:lvl4pPr>
            <a:lvl5pPr indent="0" lvl="4" marL="0" algn="r">
              <a:spcBef>
                <a:spcPts val="0"/>
              </a:spcBef>
              <a:buNone/>
              <a:defRPr sz="669"/>
            </a:lvl5pPr>
            <a:lvl6pPr indent="0" lvl="5" marL="0" algn="r">
              <a:spcBef>
                <a:spcPts val="0"/>
              </a:spcBef>
              <a:buNone/>
              <a:defRPr sz="669"/>
            </a:lvl6pPr>
            <a:lvl7pPr indent="0" lvl="6" marL="0" algn="r">
              <a:spcBef>
                <a:spcPts val="0"/>
              </a:spcBef>
              <a:buNone/>
              <a:defRPr sz="669"/>
            </a:lvl7pPr>
            <a:lvl8pPr indent="0" lvl="7" marL="0" algn="r">
              <a:spcBef>
                <a:spcPts val="0"/>
              </a:spcBef>
              <a:buNone/>
              <a:defRPr sz="669"/>
            </a:lvl8pPr>
            <a:lvl9pPr indent="0" lvl="8" marL="0" algn="r">
              <a:spcBef>
                <a:spcPts val="0"/>
              </a:spcBef>
              <a:buNone/>
              <a:defRPr sz="6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304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2082800" y="3972719"/>
            <a:ext cx="1930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4368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457200" y="1331516"/>
            <a:ext cx="5181600" cy="918766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914400" y="2428875"/>
            <a:ext cx="42672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29825" lIns="59675" spcFirstLastPara="1" rIns="59675" wrap="square" tIns="29825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304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2082800" y="3972719"/>
            <a:ext cx="1930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4368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304800" y="171649"/>
            <a:ext cx="5486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304800" y="1000125"/>
            <a:ext cx="5486400" cy="2828727"/>
          </a:xfrm>
          <a:prstGeom prst="rect">
            <a:avLst/>
          </a:prstGeom>
          <a:noFill/>
          <a:ln>
            <a:noFill/>
          </a:ln>
        </p:spPr>
        <p:txBody>
          <a:bodyPr anchorCtr="0" anchor="t" bIns="29825" lIns="59675" spcFirstLastPara="1" rIns="59675" wrap="square" tIns="29825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304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2082800" y="3972719"/>
            <a:ext cx="1930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4368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481542" y="2754313"/>
            <a:ext cx="5181600" cy="851297"/>
          </a:xfrm>
          <a:prstGeom prst="rect">
            <a:avLst/>
          </a:prstGeom>
          <a:noFill/>
          <a:ln>
            <a:noFill/>
          </a:ln>
        </p:spPr>
        <p:txBody>
          <a:bodyPr anchorCtr="0" anchor="t" bIns="29825" lIns="59675" spcFirstLastPara="1" rIns="59675" wrap="square" tIns="298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  <a:defRPr b="1" sz="2600" cap="none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481542" y="1816696"/>
            <a:ext cx="5181600" cy="937617"/>
          </a:xfrm>
          <a:prstGeom prst="rect">
            <a:avLst/>
          </a:prstGeom>
          <a:noFill/>
          <a:ln>
            <a:noFill/>
          </a:ln>
        </p:spPr>
        <p:txBody>
          <a:bodyPr anchorCtr="0" anchor="b" bIns="29825" lIns="59675" spcFirstLastPara="1" rIns="59675" wrap="square" tIns="2982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304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2082800" y="3972719"/>
            <a:ext cx="1930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4368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04800" y="171649"/>
            <a:ext cx="5486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04800" y="1000125"/>
            <a:ext cx="2692400" cy="2828727"/>
          </a:xfrm>
          <a:prstGeom prst="rect">
            <a:avLst/>
          </a:prstGeom>
          <a:noFill/>
          <a:ln>
            <a:noFill/>
          </a:ln>
        </p:spPr>
        <p:txBody>
          <a:bodyPr anchorCtr="0" anchor="t" bIns="29825" lIns="59675" spcFirstLastPara="1" rIns="59675" wrap="square" tIns="2982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11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3098800" y="1000125"/>
            <a:ext cx="2692400" cy="2828727"/>
          </a:xfrm>
          <a:prstGeom prst="rect">
            <a:avLst/>
          </a:prstGeom>
          <a:noFill/>
          <a:ln>
            <a:noFill/>
          </a:ln>
        </p:spPr>
        <p:txBody>
          <a:bodyPr anchorCtr="0" anchor="t" bIns="29825" lIns="59675" spcFirstLastPara="1" rIns="59675" wrap="square" tIns="2982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11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304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2082800" y="3972719"/>
            <a:ext cx="1930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4368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304800" y="171649"/>
            <a:ext cx="5486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304800" y="959446"/>
            <a:ext cx="2693459" cy="399851"/>
          </a:xfrm>
          <a:prstGeom prst="rect">
            <a:avLst/>
          </a:prstGeom>
          <a:noFill/>
          <a:ln>
            <a:noFill/>
          </a:ln>
        </p:spPr>
        <p:txBody>
          <a:bodyPr anchorCtr="0" anchor="b" bIns="29825" lIns="59675" spcFirstLastPara="1" rIns="59675" wrap="square" tIns="2982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304800" y="1359297"/>
            <a:ext cx="2693459" cy="2469555"/>
          </a:xfrm>
          <a:prstGeom prst="rect">
            <a:avLst/>
          </a:prstGeom>
          <a:noFill/>
          <a:ln>
            <a:noFill/>
          </a:ln>
        </p:spPr>
        <p:txBody>
          <a:bodyPr anchorCtr="0" anchor="t" bIns="29825" lIns="59675" spcFirstLastPara="1" rIns="59675" wrap="square" tIns="29825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11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3096683" y="959446"/>
            <a:ext cx="2694517" cy="399851"/>
          </a:xfrm>
          <a:prstGeom prst="rect">
            <a:avLst/>
          </a:prstGeom>
          <a:noFill/>
          <a:ln>
            <a:noFill/>
          </a:ln>
        </p:spPr>
        <p:txBody>
          <a:bodyPr anchorCtr="0" anchor="b" bIns="29825" lIns="59675" spcFirstLastPara="1" rIns="59675" wrap="square" tIns="2982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3096683" y="1359297"/>
            <a:ext cx="2694517" cy="2469555"/>
          </a:xfrm>
          <a:prstGeom prst="rect">
            <a:avLst/>
          </a:prstGeom>
          <a:noFill/>
          <a:ln>
            <a:noFill/>
          </a:ln>
        </p:spPr>
        <p:txBody>
          <a:bodyPr anchorCtr="0" anchor="t" bIns="29825" lIns="59675" spcFirstLastPara="1" rIns="59675" wrap="square" tIns="29825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11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304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2082800" y="3972719"/>
            <a:ext cx="1930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4368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04800" y="171649"/>
            <a:ext cx="5486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304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2082800" y="3972719"/>
            <a:ext cx="1930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4368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04800" y="170656"/>
            <a:ext cx="2005542" cy="726281"/>
          </a:xfrm>
          <a:prstGeom prst="rect">
            <a:avLst/>
          </a:prstGeom>
          <a:noFill/>
          <a:ln>
            <a:noFill/>
          </a:ln>
        </p:spPr>
        <p:txBody>
          <a:bodyPr anchorCtr="0" anchor="b" bIns="29825" lIns="59675" spcFirstLastPara="1" rIns="59675" wrap="square" tIns="298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2383367" y="170656"/>
            <a:ext cx="3407833" cy="3658196"/>
          </a:xfrm>
          <a:prstGeom prst="rect">
            <a:avLst/>
          </a:prstGeom>
          <a:noFill/>
          <a:ln>
            <a:noFill/>
          </a:ln>
        </p:spPr>
        <p:txBody>
          <a:bodyPr anchorCtr="0" anchor="t" bIns="29825" lIns="59675" spcFirstLastPara="1" rIns="59675" wrap="square" tIns="2982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302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11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4pPr>
            <a:lvl5pPr indent="-3111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 sz="1300"/>
            </a:lvl5pPr>
            <a:lvl6pPr indent="-3111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6pPr>
            <a:lvl7pPr indent="-3111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7pPr>
            <a:lvl8pPr indent="-3111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8pPr>
            <a:lvl9pPr indent="-3111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304800" y="896938"/>
            <a:ext cx="2005542" cy="2931914"/>
          </a:xfrm>
          <a:prstGeom prst="rect">
            <a:avLst/>
          </a:prstGeom>
          <a:noFill/>
          <a:ln>
            <a:noFill/>
          </a:ln>
        </p:spPr>
        <p:txBody>
          <a:bodyPr anchorCtr="0" anchor="t" bIns="29825" lIns="59675" spcFirstLastPara="1" rIns="59675" wrap="square" tIns="2982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304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2082800" y="3972719"/>
            <a:ext cx="1930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4368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1194859" y="3000375"/>
            <a:ext cx="3657600" cy="354211"/>
          </a:xfrm>
          <a:prstGeom prst="rect">
            <a:avLst/>
          </a:prstGeom>
          <a:noFill/>
          <a:ln>
            <a:noFill/>
          </a:ln>
        </p:spPr>
        <p:txBody>
          <a:bodyPr anchorCtr="0" anchor="b" bIns="29825" lIns="59675" spcFirstLastPara="1" rIns="59675" wrap="square" tIns="298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1194859" y="382984"/>
            <a:ext cx="3657600" cy="257175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1194859" y="3354586"/>
            <a:ext cx="3657600" cy="503039"/>
          </a:xfrm>
          <a:prstGeom prst="rect">
            <a:avLst/>
          </a:prstGeom>
          <a:noFill/>
          <a:ln>
            <a:noFill/>
          </a:ln>
        </p:spPr>
        <p:txBody>
          <a:bodyPr anchorCtr="0" anchor="t" bIns="29825" lIns="59675" spcFirstLastPara="1" rIns="59675" wrap="square" tIns="2982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304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2082800" y="3972719"/>
            <a:ext cx="1930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4368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04800" y="171649"/>
            <a:ext cx="5486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1633637" y="-328712"/>
            <a:ext cx="2828727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9825" lIns="59675" spcFirstLastPara="1" rIns="59675" wrap="square" tIns="29825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304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2082800" y="3972719"/>
            <a:ext cx="1930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4368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3276798" y="1314450"/>
            <a:ext cx="365720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482798" y="-6350"/>
            <a:ext cx="3657203" cy="40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825" lIns="59675" spcFirstLastPara="1" rIns="59675" wrap="square" tIns="29825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304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2082800" y="3972719"/>
            <a:ext cx="1930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4368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04800" y="93627"/>
            <a:ext cx="54864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56"/>
              <a:buFont typeface="Calibri"/>
              <a:buNone/>
              <a:defRPr b="0" i="0" sz="245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2pPr>
            <a:lvl3pPr lvl="2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3pPr>
            <a:lvl4pPr lvl="3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4pPr>
            <a:lvl5pPr lvl="4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5pPr>
            <a:lvl6pPr lvl="5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6pPr>
            <a:lvl7pPr lvl="6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7pPr>
            <a:lvl8pPr lvl="7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8pPr>
            <a:lvl9pPr lvl="8">
              <a:spcBef>
                <a:spcPts val="0"/>
              </a:spcBef>
              <a:spcAft>
                <a:spcPts val="0"/>
              </a:spcAft>
              <a:buSzPts val="781"/>
              <a:buNone/>
              <a:defRPr sz="1004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04800" y="545523"/>
            <a:ext cx="5486400" cy="15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00" lIns="51025" spcFirstLastPara="1" rIns="51025" wrap="square" tIns="25500">
            <a:normAutofit/>
          </a:bodyPr>
          <a:lstStyle>
            <a:lvl1pPr indent="-342002" lvl="0" marL="457200" marR="0" algn="l">
              <a:spcBef>
                <a:spcPts val="357"/>
              </a:spcBef>
              <a:spcAft>
                <a:spcPts val="0"/>
              </a:spcAft>
              <a:buClr>
                <a:schemeClr val="dk1"/>
              </a:buClr>
              <a:buSzPts val="1786"/>
              <a:buFont typeface="Arial"/>
              <a:buChar char="•"/>
              <a:defRPr b="0" i="0" sz="17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7827" lvl="1" marL="914400" marR="0" algn="l">
              <a:spcBef>
                <a:spcPts val="313"/>
              </a:spcBef>
              <a:spcAft>
                <a:spcPts val="0"/>
              </a:spcAft>
              <a:buClr>
                <a:schemeClr val="dk1"/>
              </a:buClr>
              <a:buSzPts val="1563"/>
              <a:buFont typeface="Arial"/>
              <a:buChar char="–"/>
              <a:defRPr b="0" i="0" sz="156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3651" lvl="2" marL="1371600" marR="0" algn="l">
              <a:spcBef>
                <a:spcPts val="268"/>
              </a:spcBef>
              <a:spcAft>
                <a:spcPts val="0"/>
              </a:spcAft>
              <a:buClr>
                <a:schemeClr val="dk1"/>
              </a:buClr>
              <a:buSzPts val="1339"/>
              <a:buFont typeface="Arial"/>
              <a:buChar char="•"/>
              <a:defRPr b="0" i="0" sz="13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9476" lvl="3" marL="1828800" marR="0" algn="l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116"/>
              <a:buFont typeface="Arial"/>
              <a:buChar char="–"/>
              <a:defRPr b="0" i="0" sz="111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9476" lvl="4" marL="2286000" marR="0" algn="l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116"/>
              <a:buFont typeface="Arial"/>
              <a:buChar char="»"/>
              <a:defRPr b="0" i="0" sz="111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9476" lvl="5" marL="2743200" marR="0" algn="l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116"/>
              <a:buFont typeface="Arial"/>
              <a:buChar char="•"/>
              <a:defRPr b="0" i="0" sz="111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9476" lvl="6" marL="3200400" marR="0" algn="l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116"/>
              <a:buFont typeface="Arial"/>
              <a:buChar char="•"/>
              <a:defRPr b="0" i="0" sz="111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9476" lvl="7" marL="3657600" marR="0" algn="l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116"/>
              <a:buFont typeface="Arial"/>
              <a:buChar char="•"/>
              <a:defRPr b="0" i="0" sz="111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9476" lvl="8" marL="4114800" marR="0" algn="l">
              <a:spcBef>
                <a:spcPts val="223"/>
              </a:spcBef>
              <a:spcAft>
                <a:spcPts val="0"/>
              </a:spcAft>
              <a:buClr>
                <a:schemeClr val="dk1"/>
              </a:buClr>
              <a:buSzPts val="1116"/>
              <a:buFont typeface="Arial"/>
              <a:buChar char="•"/>
              <a:defRPr b="0" i="0" sz="111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304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781"/>
              <a:buNone/>
              <a:defRPr b="0" i="0" sz="6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781"/>
              <a:buNone/>
              <a:defRPr b="0" i="0" sz="10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781"/>
              <a:buNone/>
              <a:defRPr b="0" i="0" sz="10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781"/>
              <a:buNone/>
              <a:defRPr b="0" i="0" sz="10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781"/>
              <a:buNone/>
              <a:defRPr b="0" i="0" sz="10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781"/>
              <a:buNone/>
              <a:defRPr b="0" i="0" sz="10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781"/>
              <a:buNone/>
              <a:defRPr b="0" i="0" sz="10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781"/>
              <a:buNone/>
              <a:defRPr b="0" i="0" sz="10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781"/>
              <a:buNone/>
              <a:defRPr b="0" i="0" sz="10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2082800" y="2166938"/>
            <a:ext cx="19305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781"/>
              <a:buNone/>
              <a:defRPr b="0" i="0" sz="6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781"/>
              <a:buNone/>
              <a:defRPr b="0" i="0" sz="10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781"/>
              <a:buNone/>
              <a:defRPr b="0" i="0" sz="10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781"/>
              <a:buNone/>
              <a:defRPr b="0" i="0" sz="10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781"/>
              <a:buNone/>
              <a:defRPr b="0" i="0" sz="10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781"/>
              <a:buNone/>
              <a:defRPr b="0" i="0" sz="10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781"/>
              <a:buNone/>
              <a:defRPr b="0" i="0" sz="10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781"/>
              <a:buNone/>
              <a:defRPr b="0" i="0" sz="10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781"/>
              <a:buNone/>
              <a:defRPr b="0" i="0" sz="10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4368800" y="2166938"/>
            <a:ext cx="14223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500" lIns="51025" spcFirstLastPara="1" rIns="51025" wrap="square" tIns="255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6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6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6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6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6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6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6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6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669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304800" y="171649"/>
            <a:ext cx="54864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12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304800" y="1000125"/>
            <a:ext cx="5486400" cy="2828727"/>
          </a:xfrm>
          <a:prstGeom prst="rect">
            <a:avLst/>
          </a:prstGeom>
          <a:noFill/>
          <a:ln>
            <a:noFill/>
          </a:ln>
        </p:spPr>
        <p:txBody>
          <a:bodyPr anchorCtr="0" anchor="t" bIns="29825" lIns="59675" spcFirstLastPara="1" rIns="59675" wrap="square" tIns="29825">
            <a:normAutofit/>
          </a:bodyPr>
          <a:lstStyle>
            <a:lvl1pPr indent="-36195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»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11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11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11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11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304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2082800" y="3972719"/>
            <a:ext cx="1930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9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4368800" y="3972719"/>
            <a:ext cx="1422400" cy="22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29825" lIns="59675" spcFirstLastPara="1" rIns="59675" wrap="square" tIns="298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304800" y="243590"/>
            <a:ext cx="5486400" cy="486900"/>
          </a:xfrm>
          <a:prstGeom prst="rect">
            <a:avLst/>
          </a:prstGeom>
          <a:solidFill>
            <a:srgbClr val="FFFFFF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487680" y="341026"/>
            <a:ext cx="914400" cy="292500"/>
          </a:xfrm>
          <a:prstGeom prst="rect">
            <a:avLst/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로고</a:t>
            </a:r>
            <a:endParaRPr sz="781"/>
          </a:p>
        </p:txBody>
      </p:sp>
      <p:sp>
        <p:nvSpPr>
          <p:cNvPr id="162" name="Google Shape;162;p25"/>
          <p:cNvSpPr/>
          <p:nvPr/>
        </p:nvSpPr>
        <p:spPr>
          <a:xfrm>
            <a:off x="365760" y="243590"/>
            <a:ext cx="213300" cy="170400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781"/>
          </a:p>
        </p:txBody>
      </p:sp>
      <p:sp>
        <p:nvSpPr>
          <p:cNvPr id="163" name="Google Shape;163;p25"/>
          <p:cNvSpPr/>
          <p:nvPr/>
        </p:nvSpPr>
        <p:spPr>
          <a:xfrm>
            <a:off x="1828800" y="341026"/>
            <a:ext cx="2438400" cy="292500"/>
          </a:xfrm>
          <a:prstGeom prst="rect">
            <a:avLst/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메뉴</a:t>
            </a:r>
            <a:endParaRPr sz="781"/>
          </a:p>
        </p:txBody>
      </p:sp>
      <p:sp>
        <p:nvSpPr>
          <p:cNvPr id="164" name="Google Shape;164;p25"/>
          <p:cNvSpPr/>
          <p:nvPr/>
        </p:nvSpPr>
        <p:spPr>
          <a:xfrm>
            <a:off x="1706880" y="243590"/>
            <a:ext cx="213300" cy="170400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781"/>
          </a:p>
        </p:txBody>
      </p:sp>
      <p:sp>
        <p:nvSpPr>
          <p:cNvPr id="165" name="Google Shape;165;p25"/>
          <p:cNvSpPr/>
          <p:nvPr/>
        </p:nvSpPr>
        <p:spPr>
          <a:xfrm>
            <a:off x="4572000" y="341026"/>
            <a:ext cx="1097100" cy="292500"/>
          </a:xfrm>
          <a:prstGeom prst="roundRect">
            <a:avLst>
              <a:gd fmla="val 16667" name="adj"/>
            </a:avLst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아이콘/로그인</a:t>
            </a:r>
            <a:endParaRPr sz="781"/>
          </a:p>
        </p:txBody>
      </p:sp>
      <p:sp>
        <p:nvSpPr>
          <p:cNvPr id="166" name="Google Shape;166;p25"/>
          <p:cNvSpPr/>
          <p:nvPr/>
        </p:nvSpPr>
        <p:spPr>
          <a:xfrm>
            <a:off x="4450080" y="243590"/>
            <a:ext cx="213300" cy="170400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781"/>
          </a:p>
        </p:txBody>
      </p:sp>
      <p:sp>
        <p:nvSpPr>
          <p:cNvPr id="167" name="Google Shape;167;p25"/>
          <p:cNvSpPr/>
          <p:nvPr/>
        </p:nvSpPr>
        <p:spPr>
          <a:xfrm>
            <a:off x="304800" y="876926"/>
            <a:ext cx="5486400" cy="840900"/>
          </a:xfrm>
          <a:prstGeom prst="rect">
            <a:avLst/>
          </a:prstGeom>
          <a:solidFill>
            <a:srgbClr val="EBEBEB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1828800" y="1000108"/>
            <a:ext cx="2438400" cy="24390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타이틀</a:t>
            </a:r>
            <a:endParaRPr sz="781"/>
          </a:p>
        </p:txBody>
      </p:sp>
      <p:sp>
        <p:nvSpPr>
          <p:cNvPr id="169" name="Google Shape;169;p25"/>
          <p:cNvSpPr/>
          <p:nvPr/>
        </p:nvSpPr>
        <p:spPr>
          <a:xfrm>
            <a:off x="182880" y="779488"/>
            <a:ext cx="213300" cy="170400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781"/>
          </a:p>
        </p:txBody>
      </p:sp>
      <p:sp>
        <p:nvSpPr>
          <p:cNvPr id="170" name="Google Shape;170;p25"/>
          <p:cNvSpPr/>
          <p:nvPr/>
        </p:nvSpPr>
        <p:spPr>
          <a:xfrm>
            <a:off x="1097280" y="1358605"/>
            <a:ext cx="914400" cy="243900"/>
          </a:xfrm>
          <a:prstGeom prst="rect">
            <a:avLst/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목적지</a:t>
            </a:r>
            <a:endParaRPr sz="781"/>
          </a:p>
        </p:txBody>
      </p:sp>
      <p:sp>
        <p:nvSpPr>
          <p:cNvPr id="171" name="Google Shape;171;p25"/>
          <p:cNvSpPr/>
          <p:nvPr/>
        </p:nvSpPr>
        <p:spPr>
          <a:xfrm>
            <a:off x="2133600" y="1358605"/>
            <a:ext cx="914400" cy="243900"/>
          </a:xfrm>
          <a:prstGeom prst="rect">
            <a:avLst/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날짜</a:t>
            </a:r>
            <a:endParaRPr sz="781"/>
          </a:p>
        </p:txBody>
      </p:sp>
      <p:sp>
        <p:nvSpPr>
          <p:cNvPr id="172" name="Google Shape;172;p25"/>
          <p:cNvSpPr/>
          <p:nvPr/>
        </p:nvSpPr>
        <p:spPr>
          <a:xfrm>
            <a:off x="3169920" y="1358605"/>
            <a:ext cx="914400" cy="243900"/>
          </a:xfrm>
          <a:prstGeom prst="rect">
            <a:avLst/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인원</a:t>
            </a:r>
            <a:endParaRPr sz="781"/>
          </a:p>
        </p:txBody>
      </p:sp>
      <p:sp>
        <p:nvSpPr>
          <p:cNvPr id="173" name="Google Shape;173;p25"/>
          <p:cNvSpPr/>
          <p:nvPr/>
        </p:nvSpPr>
        <p:spPr>
          <a:xfrm>
            <a:off x="4206240" y="1358605"/>
            <a:ext cx="853500" cy="243900"/>
          </a:xfrm>
          <a:prstGeom prst="roundRect">
            <a:avLst>
              <a:gd fmla="val 16667" name="adj"/>
            </a:avLst>
          </a:prstGeom>
          <a:solidFill>
            <a:srgbClr val="32323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검색</a:t>
            </a:r>
            <a:endParaRPr sz="781"/>
          </a:p>
        </p:txBody>
      </p:sp>
      <p:sp>
        <p:nvSpPr>
          <p:cNvPr id="174" name="Google Shape;174;p25"/>
          <p:cNvSpPr/>
          <p:nvPr/>
        </p:nvSpPr>
        <p:spPr>
          <a:xfrm>
            <a:off x="792480" y="1188092"/>
            <a:ext cx="213300" cy="170400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781"/>
          </a:p>
        </p:txBody>
      </p:sp>
      <p:sp>
        <p:nvSpPr>
          <p:cNvPr id="175" name="Google Shape;175;p25"/>
          <p:cNvSpPr/>
          <p:nvPr/>
        </p:nvSpPr>
        <p:spPr>
          <a:xfrm>
            <a:off x="731520" y="1967611"/>
            <a:ext cx="731700" cy="584700"/>
          </a:xfrm>
          <a:prstGeom prst="ellipse">
            <a:avLst/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5"/>
          <p:cNvSpPr/>
          <p:nvPr/>
        </p:nvSpPr>
        <p:spPr>
          <a:xfrm>
            <a:off x="731520" y="2600945"/>
            <a:ext cx="731700" cy="1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카테고리</a:t>
            </a:r>
            <a:endParaRPr sz="781"/>
          </a:p>
        </p:txBody>
      </p:sp>
      <p:sp>
        <p:nvSpPr>
          <p:cNvPr id="177" name="Google Shape;177;p25"/>
          <p:cNvSpPr/>
          <p:nvPr/>
        </p:nvSpPr>
        <p:spPr>
          <a:xfrm>
            <a:off x="1706880" y="1967611"/>
            <a:ext cx="731700" cy="584700"/>
          </a:xfrm>
          <a:prstGeom prst="ellipse">
            <a:avLst/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1706880" y="2600945"/>
            <a:ext cx="731700" cy="1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카테고리</a:t>
            </a:r>
            <a:endParaRPr sz="781"/>
          </a:p>
        </p:txBody>
      </p:sp>
      <p:sp>
        <p:nvSpPr>
          <p:cNvPr id="179" name="Google Shape;179;p25"/>
          <p:cNvSpPr/>
          <p:nvPr/>
        </p:nvSpPr>
        <p:spPr>
          <a:xfrm>
            <a:off x="2682240" y="1967611"/>
            <a:ext cx="731700" cy="584700"/>
          </a:xfrm>
          <a:prstGeom prst="ellipse">
            <a:avLst/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2682240" y="2600945"/>
            <a:ext cx="731700" cy="1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카테고리</a:t>
            </a:r>
            <a:endParaRPr sz="781"/>
          </a:p>
        </p:txBody>
      </p:sp>
      <p:sp>
        <p:nvSpPr>
          <p:cNvPr id="181" name="Google Shape;181;p25"/>
          <p:cNvSpPr/>
          <p:nvPr/>
        </p:nvSpPr>
        <p:spPr>
          <a:xfrm>
            <a:off x="3657600" y="1967611"/>
            <a:ext cx="731700" cy="584700"/>
          </a:xfrm>
          <a:prstGeom prst="ellipse">
            <a:avLst/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3657600" y="2600945"/>
            <a:ext cx="731700" cy="1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카테고리</a:t>
            </a:r>
            <a:endParaRPr sz="781"/>
          </a:p>
        </p:txBody>
      </p:sp>
      <p:sp>
        <p:nvSpPr>
          <p:cNvPr id="183" name="Google Shape;183;p25"/>
          <p:cNvSpPr/>
          <p:nvPr/>
        </p:nvSpPr>
        <p:spPr>
          <a:xfrm>
            <a:off x="4632960" y="1967611"/>
            <a:ext cx="731700" cy="584700"/>
          </a:xfrm>
          <a:prstGeom prst="ellipse">
            <a:avLst/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5"/>
          <p:cNvSpPr/>
          <p:nvPr/>
        </p:nvSpPr>
        <p:spPr>
          <a:xfrm>
            <a:off x="4632960" y="2600945"/>
            <a:ext cx="731700" cy="1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카테고리</a:t>
            </a:r>
            <a:endParaRPr sz="781"/>
          </a:p>
        </p:txBody>
      </p:sp>
      <p:sp>
        <p:nvSpPr>
          <p:cNvPr id="185" name="Google Shape;185;p25"/>
          <p:cNvSpPr/>
          <p:nvPr/>
        </p:nvSpPr>
        <p:spPr>
          <a:xfrm>
            <a:off x="304800" y="1870175"/>
            <a:ext cx="213300" cy="170400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781"/>
          </a:p>
        </p:txBody>
      </p:sp>
      <p:sp>
        <p:nvSpPr>
          <p:cNvPr id="186" name="Google Shape;186;p25"/>
          <p:cNvSpPr/>
          <p:nvPr/>
        </p:nvSpPr>
        <p:spPr>
          <a:xfrm>
            <a:off x="304800" y="3016883"/>
            <a:ext cx="2438400" cy="243900"/>
          </a:xfrm>
          <a:prstGeom prst="rect">
            <a:avLst/>
          </a:prstGeom>
          <a:solidFill>
            <a:srgbClr val="C8C8C8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섹션 타이틀</a:t>
            </a:r>
            <a:endParaRPr sz="781"/>
          </a:p>
        </p:txBody>
      </p:sp>
      <p:sp>
        <p:nvSpPr>
          <p:cNvPr id="187" name="Google Shape;187;p25"/>
          <p:cNvSpPr/>
          <p:nvPr/>
        </p:nvSpPr>
        <p:spPr>
          <a:xfrm>
            <a:off x="304800" y="3357914"/>
            <a:ext cx="1280100" cy="464400"/>
          </a:xfrm>
          <a:prstGeom prst="roundRect">
            <a:avLst>
              <a:gd fmla="val 16667" name="adj"/>
            </a:avLst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썸네일</a:t>
            </a:r>
            <a:endParaRPr sz="781"/>
          </a:p>
        </p:txBody>
      </p:sp>
      <p:sp>
        <p:nvSpPr>
          <p:cNvPr id="188" name="Google Shape;188;p25"/>
          <p:cNvSpPr/>
          <p:nvPr/>
        </p:nvSpPr>
        <p:spPr>
          <a:xfrm>
            <a:off x="1706878" y="3357914"/>
            <a:ext cx="1280100" cy="464400"/>
          </a:xfrm>
          <a:prstGeom prst="roundRect">
            <a:avLst>
              <a:gd fmla="val 16667" name="adj"/>
            </a:avLst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썸네일</a:t>
            </a:r>
            <a:endParaRPr sz="781"/>
          </a:p>
        </p:txBody>
      </p:sp>
      <p:sp>
        <p:nvSpPr>
          <p:cNvPr id="189" name="Google Shape;189;p25"/>
          <p:cNvSpPr/>
          <p:nvPr/>
        </p:nvSpPr>
        <p:spPr>
          <a:xfrm>
            <a:off x="3108956" y="3357914"/>
            <a:ext cx="1280100" cy="464400"/>
          </a:xfrm>
          <a:prstGeom prst="roundRect">
            <a:avLst>
              <a:gd fmla="val 16667" name="adj"/>
            </a:avLst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썸네일</a:t>
            </a:r>
            <a:endParaRPr sz="781"/>
          </a:p>
        </p:txBody>
      </p:sp>
      <p:sp>
        <p:nvSpPr>
          <p:cNvPr id="190" name="Google Shape;190;p25"/>
          <p:cNvSpPr/>
          <p:nvPr/>
        </p:nvSpPr>
        <p:spPr>
          <a:xfrm>
            <a:off x="4511033" y="3357914"/>
            <a:ext cx="1280100" cy="464400"/>
          </a:xfrm>
          <a:prstGeom prst="roundRect">
            <a:avLst>
              <a:gd fmla="val 16667" name="adj"/>
            </a:avLst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썸네일</a:t>
            </a:r>
            <a:endParaRPr sz="781"/>
          </a:p>
        </p:txBody>
      </p:sp>
      <p:sp>
        <p:nvSpPr>
          <p:cNvPr id="191" name="Google Shape;191;p25"/>
          <p:cNvSpPr/>
          <p:nvPr/>
        </p:nvSpPr>
        <p:spPr>
          <a:xfrm>
            <a:off x="182880" y="2968165"/>
            <a:ext cx="213300" cy="170400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781"/>
          </a:p>
        </p:txBody>
      </p:sp>
      <p:sp>
        <p:nvSpPr>
          <p:cNvPr id="192" name="Google Shape;192;p25"/>
          <p:cNvSpPr/>
          <p:nvPr/>
        </p:nvSpPr>
        <p:spPr>
          <a:xfrm>
            <a:off x="304800" y="3968556"/>
            <a:ext cx="2438400" cy="243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섹션 타이틀</a:t>
            </a:r>
            <a:endParaRPr sz="781"/>
          </a:p>
        </p:txBody>
      </p:sp>
      <p:sp>
        <p:nvSpPr>
          <p:cNvPr id="193" name="Google Shape;193;p25"/>
          <p:cNvSpPr/>
          <p:nvPr/>
        </p:nvSpPr>
        <p:spPr>
          <a:xfrm>
            <a:off x="304800" y="4309582"/>
            <a:ext cx="1280100" cy="1363800"/>
          </a:xfrm>
          <a:prstGeom prst="rect">
            <a:avLst/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5"/>
          <p:cNvSpPr/>
          <p:nvPr/>
        </p:nvSpPr>
        <p:spPr>
          <a:xfrm>
            <a:off x="365760" y="4358300"/>
            <a:ext cx="1158300" cy="730800"/>
          </a:xfrm>
          <a:prstGeom prst="rect">
            <a:avLst/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이미지</a:t>
            </a:r>
            <a:endParaRPr sz="781"/>
          </a:p>
        </p:txBody>
      </p:sp>
      <p:sp>
        <p:nvSpPr>
          <p:cNvPr id="195" name="Google Shape;195;p25"/>
          <p:cNvSpPr/>
          <p:nvPr/>
        </p:nvSpPr>
        <p:spPr>
          <a:xfrm>
            <a:off x="365760" y="5137788"/>
            <a:ext cx="1158300" cy="1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텍스트</a:t>
            </a:r>
            <a:endParaRPr sz="781"/>
          </a:p>
        </p:txBody>
      </p:sp>
      <p:sp>
        <p:nvSpPr>
          <p:cNvPr id="196" name="Google Shape;196;p25"/>
          <p:cNvSpPr/>
          <p:nvPr/>
        </p:nvSpPr>
        <p:spPr>
          <a:xfrm>
            <a:off x="365760" y="5381378"/>
            <a:ext cx="1158300" cy="1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텍스트</a:t>
            </a:r>
            <a:endParaRPr sz="781"/>
          </a:p>
        </p:txBody>
      </p:sp>
      <p:sp>
        <p:nvSpPr>
          <p:cNvPr id="197" name="Google Shape;197;p25"/>
          <p:cNvSpPr/>
          <p:nvPr/>
        </p:nvSpPr>
        <p:spPr>
          <a:xfrm>
            <a:off x="1706880" y="4309582"/>
            <a:ext cx="1280100" cy="1363800"/>
          </a:xfrm>
          <a:prstGeom prst="rect">
            <a:avLst/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1767840" y="4358300"/>
            <a:ext cx="1158300" cy="730800"/>
          </a:xfrm>
          <a:prstGeom prst="rect">
            <a:avLst/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이미지</a:t>
            </a:r>
            <a:endParaRPr sz="781"/>
          </a:p>
        </p:txBody>
      </p:sp>
      <p:sp>
        <p:nvSpPr>
          <p:cNvPr id="199" name="Google Shape;199;p25"/>
          <p:cNvSpPr/>
          <p:nvPr/>
        </p:nvSpPr>
        <p:spPr>
          <a:xfrm>
            <a:off x="1767840" y="5137788"/>
            <a:ext cx="1158300" cy="1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텍스트</a:t>
            </a:r>
            <a:endParaRPr sz="781"/>
          </a:p>
        </p:txBody>
      </p:sp>
      <p:sp>
        <p:nvSpPr>
          <p:cNvPr id="200" name="Google Shape;200;p25"/>
          <p:cNvSpPr/>
          <p:nvPr/>
        </p:nvSpPr>
        <p:spPr>
          <a:xfrm>
            <a:off x="1767840" y="5381378"/>
            <a:ext cx="1158300" cy="1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텍스트</a:t>
            </a:r>
            <a:endParaRPr sz="781"/>
          </a:p>
        </p:txBody>
      </p:sp>
      <p:sp>
        <p:nvSpPr>
          <p:cNvPr id="201" name="Google Shape;201;p25"/>
          <p:cNvSpPr/>
          <p:nvPr/>
        </p:nvSpPr>
        <p:spPr>
          <a:xfrm>
            <a:off x="3108960" y="4309582"/>
            <a:ext cx="1280100" cy="1363800"/>
          </a:xfrm>
          <a:prstGeom prst="rect">
            <a:avLst/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3169919" y="4358300"/>
            <a:ext cx="1158300" cy="730800"/>
          </a:xfrm>
          <a:prstGeom prst="rect">
            <a:avLst/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이미지</a:t>
            </a:r>
            <a:endParaRPr sz="781"/>
          </a:p>
        </p:txBody>
      </p:sp>
      <p:sp>
        <p:nvSpPr>
          <p:cNvPr id="203" name="Google Shape;203;p25"/>
          <p:cNvSpPr/>
          <p:nvPr/>
        </p:nvSpPr>
        <p:spPr>
          <a:xfrm>
            <a:off x="3169919" y="5137788"/>
            <a:ext cx="1158300" cy="1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텍스트</a:t>
            </a:r>
            <a:endParaRPr sz="781"/>
          </a:p>
        </p:txBody>
      </p:sp>
      <p:sp>
        <p:nvSpPr>
          <p:cNvPr id="204" name="Google Shape;204;p25"/>
          <p:cNvSpPr/>
          <p:nvPr/>
        </p:nvSpPr>
        <p:spPr>
          <a:xfrm>
            <a:off x="3169919" y="5381378"/>
            <a:ext cx="1158300" cy="1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텍스트</a:t>
            </a:r>
            <a:endParaRPr sz="781"/>
          </a:p>
        </p:txBody>
      </p:sp>
      <p:sp>
        <p:nvSpPr>
          <p:cNvPr id="205" name="Google Shape;205;p25"/>
          <p:cNvSpPr/>
          <p:nvPr/>
        </p:nvSpPr>
        <p:spPr>
          <a:xfrm>
            <a:off x="4511039" y="4309582"/>
            <a:ext cx="1280100" cy="1363800"/>
          </a:xfrm>
          <a:prstGeom prst="rect">
            <a:avLst/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4571999" y="4358300"/>
            <a:ext cx="1158300" cy="730800"/>
          </a:xfrm>
          <a:prstGeom prst="rect">
            <a:avLst/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이미지</a:t>
            </a:r>
            <a:endParaRPr sz="781"/>
          </a:p>
        </p:txBody>
      </p:sp>
      <p:sp>
        <p:nvSpPr>
          <p:cNvPr id="207" name="Google Shape;207;p25"/>
          <p:cNvSpPr/>
          <p:nvPr/>
        </p:nvSpPr>
        <p:spPr>
          <a:xfrm>
            <a:off x="4571999" y="5137788"/>
            <a:ext cx="1158300" cy="1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텍스트</a:t>
            </a:r>
            <a:endParaRPr sz="781"/>
          </a:p>
        </p:txBody>
      </p:sp>
      <p:sp>
        <p:nvSpPr>
          <p:cNvPr id="208" name="Google Shape;208;p25"/>
          <p:cNvSpPr/>
          <p:nvPr/>
        </p:nvSpPr>
        <p:spPr>
          <a:xfrm>
            <a:off x="4571999" y="5381378"/>
            <a:ext cx="1158300" cy="195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텍스트</a:t>
            </a:r>
            <a:endParaRPr sz="781"/>
          </a:p>
        </p:txBody>
      </p:sp>
      <p:sp>
        <p:nvSpPr>
          <p:cNvPr id="209" name="Google Shape;209;p25"/>
          <p:cNvSpPr/>
          <p:nvPr/>
        </p:nvSpPr>
        <p:spPr>
          <a:xfrm>
            <a:off x="182880" y="3919838"/>
            <a:ext cx="213300" cy="170400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781"/>
          </a:p>
        </p:txBody>
      </p:sp>
      <p:sp>
        <p:nvSpPr>
          <p:cNvPr id="210" name="Google Shape;210;p25"/>
          <p:cNvSpPr/>
          <p:nvPr/>
        </p:nvSpPr>
        <p:spPr>
          <a:xfrm>
            <a:off x="304800" y="5840191"/>
            <a:ext cx="5486400" cy="389400"/>
          </a:xfrm>
          <a:prstGeom prst="roundRect">
            <a:avLst>
              <a:gd fmla="val 16667" name="adj"/>
            </a:avLst>
          </a:prstGeom>
          <a:solidFill>
            <a:srgbClr val="F5F4F2"/>
          </a:solidFill>
          <a:ln cap="flat" cmpd="sng" w="53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5"/>
          <p:cNvSpPr/>
          <p:nvPr/>
        </p:nvSpPr>
        <p:spPr>
          <a:xfrm>
            <a:off x="182880" y="5742754"/>
            <a:ext cx="213300" cy="170400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781"/>
          </a:p>
        </p:txBody>
      </p:sp>
      <p:sp>
        <p:nvSpPr>
          <p:cNvPr id="212" name="Google Shape;212;p25"/>
          <p:cNvSpPr/>
          <p:nvPr/>
        </p:nvSpPr>
        <p:spPr>
          <a:xfrm>
            <a:off x="304800" y="6355715"/>
            <a:ext cx="5486400" cy="389400"/>
          </a:xfrm>
          <a:prstGeom prst="rect">
            <a:avLst/>
          </a:prstGeom>
          <a:solidFill>
            <a:srgbClr val="EBEBEB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9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푸터 영역</a:t>
            </a:r>
            <a:endParaRPr sz="781"/>
          </a:p>
        </p:txBody>
      </p:sp>
      <p:sp>
        <p:nvSpPr>
          <p:cNvPr id="213" name="Google Shape;213;p25"/>
          <p:cNvSpPr/>
          <p:nvPr/>
        </p:nvSpPr>
        <p:spPr>
          <a:xfrm>
            <a:off x="156098" y="6292498"/>
            <a:ext cx="335100" cy="130200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22323" rotWithShape="0" dir="5400000" dist="12836">
              <a:srgbClr val="000000">
                <a:alpha val="34901"/>
              </a:srgbClr>
            </a:outerShdw>
          </a:effectLst>
        </p:spPr>
        <p:txBody>
          <a:bodyPr anchorCtr="0" anchor="ctr" bIns="25500" lIns="51025" spcFirstLastPara="1" rIns="51025" wrap="square" tIns="25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781"/>
          </a:p>
        </p:txBody>
      </p:sp>
      <p:sp>
        <p:nvSpPr>
          <p:cNvPr id="214" name="Google Shape;214;p25"/>
          <p:cNvSpPr txBox="1"/>
          <p:nvPr/>
        </p:nvSpPr>
        <p:spPr>
          <a:xfrm>
            <a:off x="6218000" y="155875"/>
            <a:ext cx="2851200" cy="66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500" lIns="51025" spcFirstLastPara="1" rIns="51025" wrap="square" tIns="255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5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[1. 로고 (Logo)]</a:t>
            </a:r>
            <a:b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STAYO 브랜드 로고. 클릭 시 메인 페이지로 이동합니다. 헤더 좌측에 배치</a:t>
            </a:r>
            <a:b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8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5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[2. GNB (메인 네비게이션)]</a:t>
            </a:r>
            <a:b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숙소찾기, 이벤트, 내 주변 등 핵심 메뉴를 텍스트로 나열. 화면 스크롤 시에도 상단에 고정(Sticky)</a:t>
            </a:r>
            <a:b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8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5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[3. 유저 액션 및 로그인]</a:t>
            </a:r>
            <a:b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지구본(언어설정), 하트(찜 목록) 아이콘과 로그인/회원가입 버튼이 배치되는 영역</a:t>
            </a:r>
            <a:b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8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5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[4. 메인 비주얼 (Hero Image)]</a:t>
            </a:r>
            <a:b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화면 가득 차는 감성적인 숙소 배경 이미지와 중앙 정렬된 명조체 메인 카피</a:t>
            </a:r>
            <a:b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8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5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[5. 통합 검색바 (Search Bar)]</a:t>
            </a:r>
            <a:b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메인 비주얼 위에 겹쳐지듯 배치. [목적지], [날짜], [인원]을 한 번에 입력하고 직관적으로 검색</a:t>
            </a:r>
            <a:b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8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5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[6. 카테고리 퀵링크 (Category)]</a:t>
            </a:r>
            <a:b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호텔, 펜션, 캠핑 등 주요 숙소 유형을 둥근 아이콘과 텍스트로 시각화하여 빠른 필터링 이동</a:t>
            </a:r>
            <a:b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8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5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[7. 인기 여행지 (Destinations)]</a:t>
            </a:r>
            <a:b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'지금 떠나기 좋은 여행지' 타이틀과 함께, 클릭률이 높은 주요 지역을 썸네일 카드 그리드로 노출</a:t>
            </a:r>
            <a:b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8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5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[8. 추천 인기 숙소 (Recommended)]</a:t>
            </a:r>
            <a:b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썸네일 이미지, 숙소명, 별점, 가격 정보가 묶인 세로형 카드 레이아웃</a:t>
            </a:r>
            <a:b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8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5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[9. 혜택 및 프로모션 배너]</a:t>
            </a:r>
            <a:b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이용자에게 제공되는 할인, 멤버십 혜택 등을 가로로 긴 띠 배너 형태로 배치</a:t>
            </a:r>
            <a:b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8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5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[10. 하단 정보 (Footer)]</a:t>
            </a:r>
            <a:b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회사 소개, 이용약관, 고객센터, 파트너 등록 등 서비스 이용에 필요한 정책 및 필수 부가 링크를 제공</a:t>
            </a:r>
            <a:br>
              <a:rPr b="0" i="0" lang="en-US" sz="1025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8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/>
          <p:nvPr/>
        </p:nvSpPr>
        <p:spPr>
          <a:xfrm>
            <a:off x="0" y="0"/>
            <a:ext cx="5791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6"/>
          <p:cNvSpPr/>
          <p:nvPr/>
        </p:nvSpPr>
        <p:spPr>
          <a:xfrm>
            <a:off x="304800" y="285750"/>
            <a:ext cx="51816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487680" y="342900"/>
            <a:ext cx="731520" cy="342900"/>
          </a:xfrm>
          <a:prstGeom prst="rect">
            <a:avLst/>
          </a:prstGeom>
          <a:solidFill>
            <a:srgbClr val="F5F4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로고</a:t>
            </a:r>
            <a:endParaRPr sz="900"/>
          </a:p>
        </p:txBody>
      </p:sp>
      <p:sp>
        <p:nvSpPr>
          <p:cNvPr id="222" name="Google Shape;222;p26"/>
          <p:cNvSpPr/>
          <p:nvPr/>
        </p:nvSpPr>
        <p:spPr>
          <a:xfrm>
            <a:off x="1524000" y="342900"/>
            <a:ext cx="2133600" cy="342900"/>
          </a:xfrm>
          <a:prstGeom prst="rect">
            <a:avLst/>
          </a:prstGeom>
          <a:solidFill>
            <a:srgbClr val="F5F4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메뉴</a:t>
            </a:r>
            <a:endParaRPr sz="900"/>
          </a:p>
        </p:txBody>
      </p:sp>
      <p:sp>
        <p:nvSpPr>
          <p:cNvPr id="223" name="Google Shape;223;p26"/>
          <p:cNvSpPr/>
          <p:nvPr/>
        </p:nvSpPr>
        <p:spPr>
          <a:xfrm>
            <a:off x="3962400" y="342900"/>
            <a:ext cx="1341120" cy="342900"/>
          </a:xfrm>
          <a:prstGeom prst="roundRect">
            <a:avLst>
              <a:gd fmla="val 16667" name="adj"/>
            </a:avLst>
          </a:prstGeom>
          <a:solidFill>
            <a:srgbClr val="F5F4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아이콘/로그인</a:t>
            </a:r>
            <a:endParaRPr sz="900"/>
          </a:p>
        </p:txBody>
      </p:sp>
      <p:sp>
        <p:nvSpPr>
          <p:cNvPr id="224" name="Google Shape;224;p26"/>
          <p:cNvSpPr/>
          <p:nvPr/>
        </p:nvSpPr>
        <p:spPr>
          <a:xfrm>
            <a:off x="365760" y="285750"/>
            <a:ext cx="182880" cy="171450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/>
          </a:p>
        </p:txBody>
      </p:sp>
      <p:sp>
        <p:nvSpPr>
          <p:cNvPr id="225" name="Google Shape;225;p26"/>
          <p:cNvSpPr/>
          <p:nvPr/>
        </p:nvSpPr>
        <p:spPr>
          <a:xfrm>
            <a:off x="304800" y="857250"/>
            <a:ext cx="5181600" cy="685800"/>
          </a:xfrm>
          <a:prstGeom prst="rect">
            <a:avLst/>
          </a:prstGeom>
          <a:solidFill>
            <a:srgbClr val="F7F5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487680" y="971550"/>
            <a:ext cx="304800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서울 · 12.24-12.25 · 객실1, 인원2 (검색 요약)</a:t>
            </a:r>
            <a:endParaRPr sz="900"/>
          </a:p>
        </p:txBody>
      </p:sp>
      <p:sp>
        <p:nvSpPr>
          <p:cNvPr id="227" name="Google Shape;227;p26"/>
          <p:cNvSpPr/>
          <p:nvPr/>
        </p:nvSpPr>
        <p:spPr>
          <a:xfrm>
            <a:off x="365760" y="914400"/>
            <a:ext cx="182880" cy="171450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/>
          </a:p>
        </p:txBody>
      </p:sp>
      <p:sp>
        <p:nvSpPr>
          <p:cNvPr id="228" name="Google Shape;228;p26"/>
          <p:cNvSpPr/>
          <p:nvPr/>
        </p:nvSpPr>
        <p:spPr>
          <a:xfrm>
            <a:off x="3779520" y="1028700"/>
            <a:ext cx="1524000" cy="34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추천순 정렬 툴바</a:t>
            </a:r>
            <a:endParaRPr sz="900"/>
          </a:p>
        </p:txBody>
      </p:sp>
      <p:sp>
        <p:nvSpPr>
          <p:cNvPr id="229" name="Google Shape;229;p26"/>
          <p:cNvSpPr/>
          <p:nvPr/>
        </p:nvSpPr>
        <p:spPr>
          <a:xfrm>
            <a:off x="3657600" y="914400"/>
            <a:ext cx="182880" cy="171450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/>
          </a:p>
        </p:txBody>
      </p:sp>
      <p:sp>
        <p:nvSpPr>
          <p:cNvPr id="230" name="Google Shape;230;p26"/>
          <p:cNvSpPr/>
          <p:nvPr/>
        </p:nvSpPr>
        <p:spPr>
          <a:xfrm>
            <a:off x="304800" y="1714500"/>
            <a:ext cx="1341120" cy="37147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6"/>
          <p:cNvSpPr/>
          <p:nvPr/>
        </p:nvSpPr>
        <p:spPr>
          <a:xfrm>
            <a:off x="426720" y="1828800"/>
            <a:ext cx="1097280" cy="22860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숙소 유형</a:t>
            </a:r>
            <a:endParaRPr sz="900"/>
          </a:p>
        </p:txBody>
      </p:sp>
      <p:sp>
        <p:nvSpPr>
          <p:cNvPr id="232" name="Google Shape;232;p26"/>
          <p:cNvSpPr/>
          <p:nvPr/>
        </p:nvSpPr>
        <p:spPr>
          <a:xfrm>
            <a:off x="426720" y="2286000"/>
            <a:ext cx="1097280" cy="22860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가격 범위</a:t>
            </a:r>
            <a:endParaRPr sz="900"/>
          </a:p>
        </p:txBody>
      </p:sp>
      <p:sp>
        <p:nvSpPr>
          <p:cNvPr id="233" name="Google Shape;233;p26"/>
          <p:cNvSpPr/>
          <p:nvPr/>
        </p:nvSpPr>
        <p:spPr>
          <a:xfrm>
            <a:off x="426720" y="2743200"/>
            <a:ext cx="1097280" cy="85725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편의 시설 체크박스</a:t>
            </a:r>
            <a:endParaRPr sz="900"/>
          </a:p>
        </p:txBody>
      </p:sp>
      <p:sp>
        <p:nvSpPr>
          <p:cNvPr id="234" name="Google Shape;234;p26"/>
          <p:cNvSpPr/>
          <p:nvPr/>
        </p:nvSpPr>
        <p:spPr>
          <a:xfrm>
            <a:off x="243840" y="1657350"/>
            <a:ext cx="182880" cy="171450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/>
          </a:p>
        </p:txBody>
      </p:sp>
      <p:sp>
        <p:nvSpPr>
          <p:cNvPr id="235" name="Google Shape;235;p26"/>
          <p:cNvSpPr/>
          <p:nvPr/>
        </p:nvSpPr>
        <p:spPr>
          <a:xfrm>
            <a:off x="1828800" y="1714500"/>
            <a:ext cx="3657600" cy="1085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1950720" y="1828800"/>
            <a:ext cx="1219200" cy="857250"/>
          </a:xfrm>
          <a:prstGeom prst="rect">
            <a:avLst/>
          </a:prstGeom>
          <a:solidFill>
            <a:srgbClr val="F5F4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숙소 이미지</a:t>
            </a:r>
            <a:endParaRPr sz="900"/>
          </a:p>
        </p:txBody>
      </p:sp>
      <p:sp>
        <p:nvSpPr>
          <p:cNvPr id="237" name="Google Shape;237;p26"/>
          <p:cNvSpPr/>
          <p:nvPr/>
        </p:nvSpPr>
        <p:spPr>
          <a:xfrm>
            <a:off x="3291840" y="1828800"/>
            <a:ext cx="12192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숙소명</a:t>
            </a:r>
            <a:endParaRPr sz="900"/>
          </a:p>
        </p:txBody>
      </p:sp>
      <p:sp>
        <p:nvSpPr>
          <p:cNvPr id="238" name="Google Shape;238;p26"/>
          <p:cNvSpPr/>
          <p:nvPr/>
        </p:nvSpPr>
        <p:spPr>
          <a:xfrm>
            <a:off x="3291840" y="2171700"/>
            <a:ext cx="1219200" cy="1714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별점 및 리뷰 수</a:t>
            </a:r>
            <a:endParaRPr sz="900"/>
          </a:p>
        </p:txBody>
      </p:sp>
      <p:sp>
        <p:nvSpPr>
          <p:cNvPr id="239" name="Google Shape;239;p26"/>
          <p:cNvSpPr/>
          <p:nvPr/>
        </p:nvSpPr>
        <p:spPr>
          <a:xfrm>
            <a:off x="4572000" y="2400300"/>
            <a:ext cx="792480" cy="285750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가격/버튼</a:t>
            </a:r>
            <a:endParaRPr sz="900"/>
          </a:p>
        </p:txBody>
      </p:sp>
      <p:sp>
        <p:nvSpPr>
          <p:cNvPr id="240" name="Google Shape;240;p26"/>
          <p:cNvSpPr/>
          <p:nvPr/>
        </p:nvSpPr>
        <p:spPr>
          <a:xfrm>
            <a:off x="1828800" y="2914650"/>
            <a:ext cx="3657600" cy="1085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6"/>
          <p:cNvSpPr/>
          <p:nvPr/>
        </p:nvSpPr>
        <p:spPr>
          <a:xfrm>
            <a:off x="1950720" y="3028950"/>
            <a:ext cx="1219200" cy="857250"/>
          </a:xfrm>
          <a:prstGeom prst="rect">
            <a:avLst/>
          </a:prstGeom>
          <a:solidFill>
            <a:srgbClr val="F5F4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숙소 이미지</a:t>
            </a:r>
            <a:endParaRPr sz="900"/>
          </a:p>
        </p:txBody>
      </p:sp>
      <p:sp>
        <p:nvSpPr>
          <p:cNvPr id="242" name="Google Shape;242;p26"/>
          <p:cNvSpPr/>
          <p:nvPr/>
        </p:nvSpPr>
        <p:spPr>
          <a:xfrm>
            <a:off x="3291840" y="3028950"/>
            <a:ext cx="12192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숙소명</a:t>
            </a:r>
            <a:endParaRPr sz="900"/>
          </a:p>
        </p:txBody>
      </p:sp>
      <p:sp>
        <p:nvSpPr>
          <p:cNvPr id="243" name="Google Shape;243;p26"/>
          <p:cNvSpPr/>
          <p:nvPr/>
        </p:nvSpPr>
        <p:spPr>
          <a:xfrm>
            <a:off x="3291840" y="3371849"/>
            <a:ext cx="1219200" cy="1714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별점 및 리뷰 수</a:t>
            </a:r>
            <a:endParaRPr sz="900"/>
          </a:p>
        </p:txBody>
      </p:sp>
      <p:sp>
        <p:nvSpPr>
          <p:cNvPr id="244" name="Google Shape;244;p26"/>
          <p:cNvSpPr/>
          <p:nvPr/>
        </p:nvSpPr>
        <p:spPr>
          <a:xfrm>
            <a:off x="4572000" y="3600450"/>
            <a:ext cx="792480" cy="285750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가격/버튼</a:t>
            </a:r>
            <a:endParaRPr sz="900"/>
          </a:p>
        </p:txBody>
      </p:sp>
      <p:sp>
        <p:nvSpPr>
          <p:cNvPr id="245" name="Google Shape;245;p26"/>
          <p:cNvSpPr/>
          <p:nvPr/>
        </p:nvSpPr>
        <p:spPr>
          <a:xfrm>
            <a:off x="1828800" y="4114800"/>
            <a:ext cx="3657600" cy="10858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6"/>
          <p:cNvSpPr/>
          <p:nvPr/>
        </p:nvSpPr>
        <p:spPr>
          <a:xfrm>
            <a:off x="1950720" y="4229100"/>
            <a:ext cx="1219200" cy="857250"/>
          </a:xfrm>
          <a:prstGeom prst="rect">
            <a:avLst/>
          </a:prstGeom>
          <a:solidFill>
            <a:srgbClr val="F5F4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숙소 이미지</a:t>
            </a:r>
            <a:endParaRPr sz="900"/>
          </a:p>
        </p:txBody>
      </p:sp>
      <p:sp>
        <p:nvSpPr>
          <p:cNvPr id="247" name="Google Shape;247;p26"/>
          <p:cNvSpPr/>
          <p:nvPr/>
        </p:nvSpPr>
        <p:spPr>
          <a:xfrm>
            <a:off x="3291840" y="4229100"/>
            <a:ext cx="12192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숙소명</a:t>
            </a:r>
            <a:endParaRPr sz="900"/>
          </a:p>
        </p:txBody>
      </p:sp>
      <p:sp>
        <p:nvSpPr>
          <p:cNvPr id="248" name="Google Shape;248;p26"/>
          <p:cNvSpPr/>
          <p:nvPr/>
        </p:nvSpPr>
        <p:spPr>
          <a:xfrm>
            <a:off x="3291840" y="4572000"/>
            <a:ext cx="1219200" cy="1714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별점 및 리뷰 수</a:t>
            </a:r>
            <a:endParaRPr sz="900"/>
          </a:p>
        </p:txBody>
      </p:sp>
      <p:sp>
        <p:nvSpPr>
          <p:cNvPr id="249" name="Google Shape;249;p26"/>
          <p:cNvSpPr/>
          <p:nvPr/>
        </p:nvSpPr>
        <p:spPr>
          <a:xfrm>
            <a:off x="4572000" y="4800600"/>
            <a:ext cx="792480" cy="285750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가격/버튼</a:t>
            </a:r>
            <a:endParaRPr sz="900"/>
          </a:p>
        </p:txBody>
      </p:sp>
      <p:sp>
        <p:nvSpPr>
          <p:cNvPr id="250" name="Google Shape;250;p26"/>
          <p:cNvSpPr/>
          <p:nvPr/>
        </p:nvSpPr>
        <p:spPr>
          <a:xfrm>
            <a:off x="1706880" y="1657350"/>
            <a:ext cx="182880" cy="171450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/>
          </a:p>
        </p:txBody>
      </p:sp>
      <p:sp>
        <p:nvSpPr>
          <p:cNvPr id="251" name="Google Shape;251;p26"/>
          <p:cNvSpPr/>
          <p:nvPr/>
        </p:nvSpPr>
        <p:spPr>
          <a:xfrm>
            <a:off x="1828800" y="5600700"/>
            <a:ext cx="3657600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&lt;  1  2  3  4  5  &gt;</a:t>
            </a:r>
            <a:endParaRPr sz="900"/>
          </a:p>
        </p:txBody>
      </p:sp>
      <p:sp>
        <p:nvSpPr>
          <p:cNvPr id="252" name="Google Shape;252;p26"/>
          <p:cNvSpPr/>
          <p:nvPr/>
        </p:nvSpPr>
        <p:spPr>
          <a:xfrm>
            <a:off x="1706880" y="5543550"/>
            <a:ext cx="182880" cy="171450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/>
          </a:p>
        </p:txBody>
      </p:sp>
      <p:sp>
        <p:nvSpPr>
          <p:cNvPr id="253" name="Google Shape;253;p26"/>
          <p:cNvSpPr/>
          <p:nvPr/>
        </p:nvSpPr>
        <p:spPr>
          <a:xfrm>
            <a:off x="304800" y="6000750"/>
            <a:ext cx="5181600" cy="685800"/>
          </a:xfrm>
          <a:prstGeom prst="rect">
            <a:avLst/>
          </a:prstGeom>
          <a:solidFill>
            <a:srgbClr val="EBEB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푸터 (회사소개, 고객센터, 이용약관 등)</a:t>
            </a:r>
            <a:endParaRPr sz="900"/>
          </a:p>
        </p:txBody>
      </p:sp>
      <p:sp>
        <p:nvSpPr>
          <p:cNvPr id="254" name="Google Shape;254;p26"/>
          <p:cNvSpPr/>
          <p:nvPr/>
        </p:nvSpPr>
        <p:spPr>
          <a:xfrm>
            <a:off x="243840" y="5943600"/>
            <a:ext cx="182880" cy="171450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/>
          </a:p>
        </p:txBody>
      </p:sp>
      <p:sp>
        <p:nvSpPr>
          <p:cNvPr id="255" name="Google Shape;255;p26"/>
          <p:cNvSpPr txBox="1"/>
          <p:nvPr/>
        </p:nvSpPr>
        <p:spPr>
          <a:xfrm>
            <a:off x="5913150" y="285750"/>
            <a:ext cx="3108000" cy="4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9825" lIns="59675" spcFirstLastPara="1" rIns="59675" wrap="square" tIns="298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[1. 공통 헤더]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메인 페이지와 동일한 레이아웃의 상단 네비게이션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[2. 검색 요약 박스]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사용자가 메인에서 검색한 조건(지역, 날짜, 인원)을 한눈에 보여주는 영역. 클릭하여 즉시 검색 조건을 변경할 수 있</a:t>
            </a:r>
            <a:r>
              <a:rPr lang="en-US" sz="10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음</a:t>
            </a:r>
            <a: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[3. 퀵 필터 및 정렬]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빠르게 필터링할 수 있는 상단 칩과 추천순, 평점순, 가격순 등으로 리스트를 재정렬할 수 있는 드롭다운 툴바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[4. 사이드 필터]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좌측 단에 고정되어 숙소 유형, 세부 가격 범위, 수영장/바베큐 등 세부 편의시설을 체크박스로 다중 선택할 수 있는 영역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[5. 검색 결과 리스트]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우측 메인 영역. 썸네일 이미지, 숙소 이름, 별점, 가격 정보가 리스트 형태로 나열. '예약하기' 버튼으로 상세 페이지 진입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[6. 페이지네이션]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검색 결과가 많을 경우 페이지를 분할하여 이동할 수 있게 해주는 하단 넘버링 영역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[7. 하단 정보]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메인과 동일한 구성의 푸터 영역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"/>
          <p:cNvSpPr/>
          <p:nvPr/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7"/>
          <p:cNvSpPr/>
          <p:nvPr/>
        </p:nvSpPr>
        <p:spPr>
          <a:xfrm>
            <a:off x="182880" y="171450"/>
            <a:ext cx="4815840" cy="34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7"/>
          <p:cNvSpPr/>
          <p:nvPr/>
        </p:nvSpPr>
        <p:spPr>
          <a:xfrm>
            <a:off x="304800" y="228600"/>
            <a:ext cx="609600" cy="228600"/>
          </a:xfrm>
          <a:prstGeom prst="rect">
            <a:avLst/>
          </a:prstGeom>
          <a:solidFill>
            <a:srgbClr val="F5F4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로고</a:t>
            </a:r>
            <a:endParaRPr sz="900"/>
          </a:p>
        </p:txBody>
      </p:sp>
      <p:sp>
        <p:nvSpPr>
          <p:cNvPr id="263" name="Google Shape;263;p27"/>
          <p:cNvSpPr/>
          <p:nvPr/>
        </p:nvSpPr>
        <p:spPr>
          <a:xfrm>
            <a:off x="1219200" y="228600"/>
            <a:ext cx="1828800" cy="228600"/>
          </a:xfrm>
          <a:prstGeom prst="rect">
            <a:avLst/>
          </a:prstGeom>
          <a:solidFill>
            <a:srgbClr val="F5F4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메뉴</a:t>
            </a:r>
            <a:endParaRPr sz="900"/>
          </a:p>
        </p:txBody>
      </p:sp>
      <p:sp>
        <p:nvSpPr>
          <p:cNvPr id="264" name="Google Shape;264;p27"/>
          <p:cNvSpPr/>
          <p:nvPr/>
        </p:nvSpPr>
        <p:spPr>
          <a:xfrm>
            <a:off x="3657600" y="228600"/>
            <a:ext cx="1219200" cy="228600"/>
          </a:xfrm>
          <a:prstGeom prst="roundRect">
            <a:avLst>
              <a:gd fmla="val 16667" name="adj"/>
            </a:avLst>
          </a:prstGeom>
          <a:solidFill>
            <a:srgbClr val="F5F4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아이콘/로그인</a:t>
            </a:r>
            <a:endParaRPr sz="900"/>
          </a:p>
        </p:txBody>
      </p:sp>
      <p:sp>
        <p:nvSpPr>
          <p:cNvPr id="265" name="Google Shape;265;p27"/>
          <p:cNvSpPr/>
          <p:nvPr/>
        </p:nvSpPr>
        <p:spPr>
          <a:xfrm>
            <a:off x="243840" y="114300"/>
            <a:ext cx="152400" cy="142875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/>
          </a:p>
        </p:txBody>
      </p:sp>
      <p:sp>
        <p:nvSpPr>
          <p:cNvPr id="266" name="Google Shape;266;p27"/>
          <p:cNvSpPr/>
          <p:nvPr/>
        </p:nvSpPr>
        <p:spPr>
          <a:xfrm>
            <a:off x="182880" y="628650"/>
            <a:ext cx="2438400" cy="1714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홈 &gt; 서울 &gt; 호텔 &gt; STAYO 프리미엄 호텔</a:t>
            </a:r>
            <a:endParaRPr sz="900"/>
          </a:p>
        </p:txBody>
      </p:sp>
      <p:sp>
        <p:nvSpPr>
          <p:cNvPr id="267" name="Google Shape;267;p27"/>
          <p:cNvSpPr/>
          <p:nvPr/>
        </p:nvSpPr>
        <p:spPr>
          <a:xfrm>
            <a:off x="60960" y="571500"/>
            <a:ext cx="152400" cy="142875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/>
          </a:p>
        </p:txBody>
      </p:sp>
      <p:sp>
        <p:nvSpPr>
          <p:cNvPr id="268" name="Google Shape;268;p27"/>
          <p:cNvSpPr/>
          <p:nvPr/>
        </p:nvSpPr>
        <p:spPr>
          <a:xfrm>
            <a:off x="182880" y="857250"/>
            <a:ext cx="4815840" cy="1257300"/>
          </a:xfrm>
          <a:prstGeom prst="rect">
            <a:avLst/>
          </a:prstGeom>
          <a:solidFill>
            <a:srgbClr val="F7F5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7"/>
          <p:cNvSpPr/>
          <p:nvPr/>
        </p:nvSpPr>
        <p:spPr>
          <a:xfrm>
            <a:off x="243840" y="914400"/>
            <a:ext cx="2743200" cy="1143000"/>
          </a:xfrm>
          <a:prstGeom prst="rect">
            <a:avLst/>
          </a:prstGeom>
          <a:solidFill>
            <a:srgbClr val="F5F4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메인 숙소 사진</a:t>
            </a:r>
            <a:endParaRPr sz="900"/>
          </a:p>
        </p:txBody>
      </p:sp>
      <p:sp>
        <p:nvSpPr>
          <p:cNvPr id="270" name="Google Shape;270;p27"/>
          <p:cNvSpPr/>
          <p:nvPr/>
        </p:nvSpPr>
        <p:spPr>
          <a:xfrm>
            <a:off x="3048000" y="914400"/>
            <a:ext cx="914400" cy="542925"/>
          </a:xfrm>
          <a:prstGeom prst="rect">
            <a:avLst/>
          </a:prstGeom>
          <a:solidFill>
            <a:srgbClr val="F5F4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서브1</a:t>
            </a:r>
            <a:endParaRPr sz="900"/>
          </a:p>
        </p:txBody>
      </p:sp>
      <p:sp>
        <p:nvSpPr>
          <p:cNvPr id="271" name="Google Shape;271;p27"/>
          <p:cNvSpPr/>
          <p:nvPr/>
        </p:nvSpPr>
        <p:spPr>
          <a:xfrm>
            <a:off x="4023360" y="914400"/>
            <a:ext cx="914400" cy="542925"/>
          </a:xfrm>
          <a:prstGeom prst="rect">
            <a:avLst/>
          </a:prstGeom>
          <a:solidFill>
            <a:srgbClr val="F5F4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서브2</a:t>
            </a:r>
            <a:endParaRPr sz="900"/>
          </a:p>
        </p:txBody>
      </p:sp>
      <p:sp>
        <p:nvSpPr>
          <p:cNvPr id="272" name="Google Shape;272;p27"/>
          <p:cNvSpPr/>
          <p:nvPr/>
        </p:nvSpPr>
        <p:spPr>
          <a:xfrm>
            <a:off x="3048000" y="1514475"/>
            <a:ext cx="914400" cy="542925"/>
          </a:xfrm>
          <a:prstGeom prst="rect">
            <a:avLst/>
          </a:prstGeom>
          <a:solidFill>
            <a:srgbClr val="F5F4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서브3</a:t>
            </a:r>
            <a:endParaRPr sz="900"/>
          </a:p>
        </p:txBody>
      </p:sp>
      <p:sp>
        <p:nvSpPr>
          <p:cNvPr id="273" name="Google Shape;273;p27"/>
          <p:cNvSpPr/>
          <p:nvPr/>
        </p:nvSpPr>
        <p:spPr>
          <a:xfrm>
            <a:off x="4023360" y="1514475"/>
            <a:ext cx="914400" cy="542925"/>
          </a:xfrm>
          <a:prstGeom prst="rect">
            <a:avLst/>
          </a:prstGeom>
          <a:solidFill>
            <a:srgbClr val="F5F4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사진 더보기</a:t>
            </a:r>
            <a:endParaRPr sz="900"/>
          </a:p>
        </p:txBody>
      </p:sp>
      <p:sp>
        <p:nvSpPr>
          <p:cNvPr id="274" name="Google Shape;274;p27"/>
          <p:cNvSpPr/>
          <p:nvPr/>
        </p:nvSpPr>
        <p:spPr>
          <a:xfrm>
            <a:off x="121920" y="800100"/>
            <a:ext cx="152400" cy="142875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/>
          </a:p>
        </p:txBody>
      </p:sp>
      <p:sp>
        <p:nvSpPr>
          <p:cNvPr id="275" name="Google Shape;275;p27"/>
          <p:cNvSpPr/>
          <p:nvPr/>
        </p:nvSpPr>
        <p:spPr>
          <a:xfrm>
            <a:off x="182880" y="2286000"/>
            <a:ext cx="30480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숙소 타이틀, 평점, 한줄 소개 및 상세 텍스트</a:t>
            </a:r>
            <a:endParaRPr sz="900"/>
          </a:p>
        </p:txBody>
      </p:sp>
      <p:sp>
        <p:nvSpPr>
          <p:cNvPr id="276" name="Google Shape;276;p27"/>
          <p:cNvSpPr/>
          <p:nvPr/>
        </p:nvSpPr>
        <p:spPr>
          <a:xfrm>
            <a:off x="60960" y="2228850"/>
            <a:ext cx="152400" cy="142875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/>
          </a:p>
        </p:txBody>
      </p:sp>
      <p:sp>
        <p:nvSpPr>
          <p:cNvPr id="277" name="Google Shape;277;p27"/>
          <p:cNvSpPr/>
          <p:nvPr/>
        </p:nvSpPr>
        <p:spPr>
          <a:xfrm>
            <a:off x="182880" y="2800350"/>
            <a:ext cx="3048000" cy="34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편의 시설 아이콘들 (와이파이, 주차장, 수영장 등)</a:t>
            </a:r>
            <a:endParaRPr sz="900"/>
          </a:p>
        </p:txBody>
      </p:sp>
      <p:sp>
        <p:nvSpPr>
          <p:cNvPr id="278" name="Google Shape;278;p27"/>
          <p:cNvSpPr/>
          <p:nvPr/>
        </p:nvSpPr>
        <p:spPr>
          <a:xfrm>
            <a:off x="60960" y="2743200"/>
            <a:ext cx="152400" cy="142875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/>
          </a:p>
        </p:txBody>
      </p:sp>
      <p:sp>
        <p:nvSpPr>
          <p:cNvPr id="279" name="Google Shape;279;p27"/>
          <p:cNvSpPr/>
          <p:nvPr/>
        </p:nvSpPr>
        <p:spPr>
          <a:xfrm>
            <a:off x="182880" y="3200400"/>
            <a:ext cx="304800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7"/>
          <p:cNvSpPr/>
          <p:nvPr/>
        </p:nvSpPr>
        <p:spPr>
          <a:xfrm>
            <a:off x="304800" y="3257550"/>
            <a:ext cx="2804160" cy="571500"/>
          </a:xfrm>
          <a:prstGeom prst="rect">
            <a:avLst/>
          </a:prstGeom>
          <a:solidFill>
            <a:srgbClr val="F5F4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객실 1 (사진, 옵션, 가격, 선택)</a:t>
            </a:r>
            <a:endParaRPr sz="900"/>
          </a:p>
        </p:txBody>
      </p:sp>
      <p:sp>
        <p:nvSpPr>
          <p:cNvPr id="281" name="Google Shape;281;p27"/>
          <p:cNvSpPr/>
          <p:nvPr/>
        </p:nvSpPr>
        <p:spPr>
          <a:xfrm>
            <a:off x="304800" y="3886200"/>
            <a:ext cx="2804160" cy="571500"/>
          </a:xfrm>
          <a:prstGeom prst="rect">
            <a:avLst/>
          </a:prstGeom>
          <a:solidFill>
            <a:srgbClr val="F5F4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객실 2 (사진, 옵션, 가격, 선택)</a:t>
            </a:r>
            <a:endParaRPr sz="900"/>
          </a:p>
        </p:txBody>
      </p:sp>
      <p:sp>
        <p:nvSpPr>
          <p:cNvPr id="282" name="Google Shape;282;p27"/>
          <p:cNvSpPr/>
          <p:nvPr/>
        </p:nvSpPr>
        <p:spPr>
          <a:xfrm>
            <a:off x="60960" y="3143250"/>
            <a:ext cx="152400" cy="142875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/>
          </a:p>
        </p:txBody>
      </p:sp>
      <p:sp>
        <p:nvSpPr>
          <p:cNvPr id="283" name="Google Shape;283;p27"/>
          <p:cNvSpPr/>
          <p:nvPr/>
        </p:nvSpPr>
        <p:spPr>
          <a:xfrm>
            <a:off x="182880" y="4629150"/>
            <a:ext cx="3048000" cy="57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실제 이용자 리뷰 리스트</a:t>
            </a:r>
            <a:endParaRPr sz="900"/>
          </a:p>
        </p:txBody>
      </p:sp>
      <p:sp>
        <p:nvSpPr>
          <p:cNvPr id="284" name="Google Shape;284;p27"/>
          <p:cNvSpPr/>
          <p:nvPr/>
        </p:nvSpPr>
        <p:spPr>
          <a:xfrm>
            <a:off x="182880" y="5257800"/>
            <a:ext cx="3048000" cy="57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지도 뷰 (위치 정보)</a:t>
            </a:r>
            <a:endParaRPr sz="900"/>
          </a:p>
        </p:txBody>
      </p:sp>
      <p:sp>
        <p:nvSpPr>
          <p:cNvPr id="285" name="Google Shape;285;p27"/>
          <p:cNvSpPr/>
          <p:nvPr/>
        </p:nvSpPr>
        <p:spPr>
          <a:xfrm>
            <a:off x="60960" y="4572000"/>
            <a:ext cx="152400" cy="142875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/>
          </a:p>
        </p:txBody>
      </p:sp>
      <p:sp>
        <p:nvSpPr>
          <p:cNvPr id="286" name="Google Shape;286;p27"/>
          <p:cNvSpPr/>
          <p:nvPr/>
        </p:nvSpPr>
        <p:spPr>
          <a:xfrm>
            <a:off x="3352800" y="2286000"/>
            <a:ext cx="1645920" cy="171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7"/>
          <p:cNvSpPr/>
          <p:nvPr/>
        </p:nvSpPr>
        <p:spPr>
          <a:xfrm>
            <a:off x="3474720" y="2400300"/>
            <a:ext cx="140208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결제 금액 (1박 기준)</a:t>
            </a:r>
            <a:endParaRPr sz="900"/>
          </a:p>
        </p:txBody>
      </p:sp>
      <p:sp>
        <p:nvSpPr>
          <p:cNvPr id="288" name="Google Shape;288;p27"/>
          <p:cNvSpPr/>
          <p:nvPr/>
        </p:nvSpPr>
        <p:spPr>
          <a:xfrm>
            <a:off x="3474720" y="2686050"/>
            <a:ext cx="670560" cy="285750"/>
          </a:xfrm>
          <a:prstGeom prst="rect">
            <a:avLst/>
          </a:prstGeom>
          <a:solidFill>
            <a:srgbClr val="F5F4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체크인</a:t>
            </a:r>
            <a:endParaRPr sz="900"/>
          </a:p>
        </p:txBody>
      </p:sp>
      <p:sp>
        <p:nvSpPr>
          <p:cNvPr id="289" name="Google Shape;289;p27"/>
          <p:cNvSpPr/>
          <p:nvPr/>
        </p:nvSpPr>
        <p:spPr>
          <a:xfrm>
            <a:off x="4206240" y="2686050"/>
            <a:ext cx="670560" cy="285750"/>
          </a:xfrm>
          <a:prstGeom prst="rect">
            <a:avLst/>
          </a:prstGeom>
          <a:solidFill>
            <a:srgbClr val="F5F4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체크아웃</a:t>
            </a:r>
            <a:endParaRPr sz="900"/>
          </a:p>
        </p:txBody>
      </p:sp>
      <p:sp>
        <p:nvSpPr>
          <p:cNvPr id="290" name="Google Shape;290;p27"/>
          <p:cNvSpPr/>
          <p:nvPr/>
        </p:nvSpPr>
        <p:spPr>
          <a:xfrm>
            <a:off x="3474720" y="3028950"/>
            <a:ext cx="1402080" cy="285750"/>
          </a:xfrm>
          <a:prstGeom prst="rect">
            <a:avLst/>
          </a:prstGeom>
          <a:solidFill>
            <a:srgbClr val="F5F4F2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인원 선택</a:t>
            </a:r>
            <a:endParaRPr sz="900"/>
          </a:p>
        </p:txBody>
      </p:sp>
      <p:sp>
        <p:nvSpPr>
          <p:cNvPr id="291" name="Google Shape;291;p27"/>
          <p:cNvSpPr/>
          <p:nvPr/>
        </p:nvSpPr>
        <p:spPr>
          <a:xfrm>
            <a:off x="3474720" y="3543300"/>
            <a:ext cx="1402080" cy="342900"/>
          </a:xfrm>
          <a:prstGeom prst="roundRect">
            <a:avLst>
              <a:gd fmla="val 16667" name="adj"/>
            </a:avLst>
          </a:prstGeom>
          <a:solidFill>
            <a:srgbClr val="111111"/>
          </a:solidFill>
          <a:ln cap="flat" cmpd="sng" w="9525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예약하기 버튼</a:t>
            </a:r>
            <a:endParaRPr sz="900"/>
          </a:p>
        </p:txBody>
      </p:sp>
      <p:sp>
        <p:nvSpPr>
          <p:cNvPr id="292" name="Google Shape;292;p27"/>
          <p:cNvSpPr/>
          <p:nvPr/>
        </p:nvSpPr>
        <p:spPr>
          <a:xfrm>
            <a:off x="3230880" y="2228850"/>
            <a:ext cx="152400" cy="142875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/>
          </a:p>
        </p:txBody>
      </p:sp>
      <p:sp>
        <p:nvSpPr>
          <p:cNvPr id="293" name="Google Shape;293;p27"/>
          <p:cNvSpPr/>
          <p:nvPr/>
        </p:nvSpPr>
        <p:spPr>
          <a:xfrm>
            <a:off x="182880" y="6000750"/>
            <a:ext cx="4815840" cy="685800"/>
          </a:xfrm>
          <a:prstGeom prst="rect">
            <a:avLst/>
          </a:prstGeom>
          <a:solidFill>
            <a:srgbClr val="EBEB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6464"/>
                </a:solidFill>
                <a:latin typeface="Calibri"/>
                <a:ea typeface="Calibri"/>
                <a:cs typeface="Calibri"/>
                <a:sym typeface="Calibri"/>
              </a:rPr>
              <a:t>푸터 (회사소개, 고객센터, 이용약관 등)</a:t>
            </a:r>
            <a:endParaRPr sz="900"/>
          </a:p>
        </p:txBody>
      </p:sp>
      <p:sp>
        <p:nvSpPr>
          <p:cNvPr id="294" name="Google Shape;294;p27"/>
          <p:cNvSpPr/>
          <p:nvPr/>
        </p:nvSpPr>
        <p:spPr>
          <a:xfrm>
            <a:off x="60960" y="5943600"/>
            <a:ext cx="152400" cy="142875"/>
          </a:xfrm>
          <a:prstGeom prst="ellipse">
            <a:avLst/>
          </a:prstGeom>
          <a:solidFill>
            <a:srgbClr val="E6323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9825" lIns="59675" spcFirstLastPara="1" rIns="59675" wrap="square" tIns="29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/>
          </a:p>
        </p:txBody>
      </p:sp>
      <p:sp>
        <p:nvSpPr>
          <p:cNvPr id="295" name="Google Shape;295;p27"/>
          <p:cNvSpPr txBox="1"/>
          <p:nvPr/>
        </p:nvSpPr>
        <p:spPr>
          <a:xfrm>
            <a:off x="5364480" y="171450"/>
            <a:ext cx="3657600" cy="59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9825" lIns="59675" spcFirstLastPara="1" rIns="59675" wrap="square" tIns="298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[1. 공통 헤더]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메인, 리스트 페이지와 동일한 상단 네비게이션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[2. 브레드크럼]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현재 페이지의 위치 경로(홈 &gt; 지역 &gt; 숙소)를 표시하여 상위 메뉴로 이동 지원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[3. 갤러리 (Images)]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숙소 메인 사진 1장과 서브 사진으로 구성된 비대칭 그리드. 클릭 시 전체 사진 모달 제공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[4. 숙소 상세 정보]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숙소명, 별점, 한 줄 소개 및 상세 설명이 배치되는 메인 콘텐츠 영역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[5. 편의시설 (Amenities)]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와이파이, 주차장, 수영장 등 주요 옵션들을 아이콘 형태로 직관적으로 나열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[6. 객실 리스트]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각 객실의 사진, 이름, 상세옵션, 1박 가격을 나열. 예약할 객실을 비교 및 선택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[7. 리뷰 및 지도]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실제 이용자 리뷰 목록과 숙소의 정확한 위치를 알려주는 지도 뷰 영역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[8. 예약/결제 카드 (Sticky)]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우측 고정(Sticky) 노출. 체크인/체크아웃, 인원, 최종 금액 확인 및 예약 버튼 제공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63232"/>
                </a:solidFill>
                <a:latin typeface="Calibri"/>
                <a:ea typeface="Calibri"/>
                <a:cs typeface="Calibri"/>
                <a:sym typeface="Calibri"/>
              </a:rPr>
              <a:t>[9. 하단 정보]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메인과 동일한 구성의 푸터 영역</a:t>
            </a:r>
            <a:br>
              <a:rPr b="0" i="0" lang="en-US" sz="10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